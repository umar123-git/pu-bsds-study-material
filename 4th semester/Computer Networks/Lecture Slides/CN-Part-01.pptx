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notesMasterIdLst>
    <p:notesMasterId r:id="rId90"/>
  </p:notesMasterIdLst>
  <p:sldIdLst>
    <p:sldId id="1218" r:id="rId2"/>
    <p:sldId id="960" r:id="rId3"/>
    <p:sldId id="956" r:id="rId4"/>
    <p:sldId id="957" r:id="rId5"/>
    <p:sldId id="958" r:id="rId6"/>
    <p:sldId id="959" r:id="rId7"/>
    <p:sldId id="961" r:id="rId8"/>
    <p:sldId id="962" r:id="rId9"/>
    <p:sldId id="963" r:id="rId10"/>
    <p:sldId id="964" r:id="rId11"/>
    <p:sldId id="965" r:id="rId12"/>
    <p:sldId id="966" r:id="rId13"/>
    <p:sldId id="967" r:id="rId14"/>
    <p:sldId id="969" r:id="rId15"/>
    <p:sldId id="970" r:id="rId16"/>
    <p:sldId id="974" r:id="rId17"/>
    <p:sldId id="973" r:id="rId18"/>
    <p:sldId id="981" r:id="rId19"/>
    <p:sldId id="976" r:id="rId20"/>
    <p:sldId id="975" r:id="rId21"/>
    <p:sldId id="1195" r:id="rId22"/>
    <p:sldId id="977" r:id="rId23"/>
    <p:sldId id="978" r:id="rId24"/>
    <p:sldId id="979" r:id="rId25"/>
    <p:sldId id="980" r:id="rId26"/>
    <p:sldId id="968" r:id="rId27"/>
    <p:sldId id="982" r:id="rId28"/>
    <p:sldId id="985" r:id="rId29"/>
    <p:sldId id="1201" r:id="rId30"/>
    <p:sldId id="1202" r:id="rId31"/>
    <p:sldId id="983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011" r:id="rId57"/>
    <p:sldId id="1012" r:id="rId58"/>
    <p:sldId id="1013" r:id="rId59"/>
    <p:sldId id="1014" r:id="rId60"/>
    <p:sldId id="1015" r:id="rId61"/>
    <p:sldId id="1217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1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039" r:id="rId88"/>
    <p:sldId id="1219" r:id="rId8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>
          <p15:clr>
            <a:srgbClr val="A4A3A4"/>
          </p15:clr>
        </p15:guide>
        <p15:guide id="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0000A3"/>
    <a:srgbClr val="3C6CDF"/>
    <a:srgbClr val="9CDFF9"/>
    <a:srgbClr val="B8C2C9"/>
    <a:srgbClr val="D6DCE0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533"/>
    <p:restoredTop sz="88220" autoAdjust="0"/>
  </p:normalViewPr>
  <p:slideViewPr>
    <p:cSldViewPr snapToGrid="0" snapToObjects="1">
      <p:cViewPr varScale="1">
        <p:scale>
          <a:sx n="79" d="100"/>
          <a:sy n="79" d="100"/>
        </p:scale>
        <p:origin x="510" y="9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1/30/2026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ID4096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084922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anose="05000000000000000000" pitchFamily="2" charset="2"/>
        <a:buChar char="§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13" Type="http://schemas.openxmlformats.org/officeDocument/2006/relationships/image" Target="../media/image35.jpeg"/><Relationship Id="rId18" Type="http://schemas.openxmlformats.org/officeDocument/2006/relationships/image" Target="../media/image40.png"/><Relationship Id="rId3" Type="http://schemas.openxmlformats.org/officeDocument/2006/relationships/image" Target="../media/image26.jpeg"/><Relationship Id="rId7" Type="http://schemas.openxmlformats.org/officeDocument/2006/relationships/oleObject" Target="../embeddings/oleObject1.bin"/><Relationship Id="rId12" Type="http://schemas.openxmlformats.org/officeDocument/2006/relationships/image" Target="../media/image34.jpeg"/><Relationship Id="rId17" Type="http://schemas.openxmlformats.org/officeDocument/2006/relationships/image" Target="../media/image39.png"/><Relationship Id="rId2" Type="http://schemas.openxmlformats.org/officeDocument/2006/relationships/image" Target="../media/image25.png"/><Relationship Id="rId16" Type="http://schemas.openxmlformats.org/officeDocument/2006/relationships/image" Target="../media/image3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jpeg"/><Relationship Id="rId11" Type="http://schemas.openxmlformats.org/officeDocument/2006/relationships/image" Target="../media/image33.png"/><Relationship Id="rId5" Type="http://schemas.openxmlformats.org/officeDocument/2006/relationships/image" Target="../media/image28.png"/><Relationship Id="rId15" Type="http://schemas.openxmlformats.org/officeDocument/2006/relationships/image" Target="../media/image37.png"/><Relationship Id="rId10" Type="http://schemas.openxmlformats.org/officeDocument/2006/relationships/image" Target="../media/image32.png"/><Relationship Id="rId19" Type="http://schemas.openxmlformats.org/officeDocument/2006/relationships/image" Target="../media/image41.png"/><Relationship Id="rId4" Type="http://schemas.openxmlformats.org/officeDocument/2006/relationships/image" Target="../media/image27.png"/><Relationship Id="rId9" Type="http://schemas.openxmlformats.org/officeDocument/2006/relationships/image" Target="../media/image31.emf"/><Relationship Id="rId14" Type="http://schemas.openxmlformats.org/officeDocument/2006/relationships/image" Target="../media/image36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4.png"/><Relationship Id="rId4" Type="http://schemas.openxmlformats.org/officeDocument/2006/relationships/image" Target="../media/image48.wmf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5.png"/><Relationship Id="rId5" Type="http://schemas.openxmlformats.org/officeDocument/2006/relationships/image" Target="../media/image50.png"/><Relationship Id="rId10" Type="http://schemas.openxmlformats.org/officeDocument/2006/relationships/image" Target="../media/image54.png"/><Relationship Id="rId4" Type="http://schemas.openxmlformats.org/officeDocument/2006/relationships/image" Target="../media/image49.png"/><Relationship Id="rId9" Type="http://schemas.openxmlformats.org/officeDocument/2006/relationships/image" Target="../media/image4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8.png"/><Relationship Id="rId12" Type="http://schemas.openxmlformats.org/officeDocument/2006/relationships/image" Target="../media/image61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.png"/><Relationship Id="rId11" Type="http://schemas.openxmlformats.org/officeDocument/2006/relationships/image" Target="../media/image60.png"/><Relationship Id="rId5" Type="http://schemas.openxmlformats.org/officeDocument/2006/relationships/image" Target="../media/image56.png"/><Relationship Id="rId15" Type="http://schemas.openxmlformats.org/officeDocument/2006/relationships/image" Target="../media/image63.png"/><Relationship Id="rId10" Type="http://schemas.openxmlformats.org/officeDocument/2006/relationships/image" Target="../media/image59.png"/><Relationship Id="rId4" Type="http://schemas.openxmlformats.org/officeDocument/2006/relationships/image" Target="../media/image49.png"/><Relationship Id="rId9" Type="http://schemas.openxmlformats.org/officeDocument/2006/relationships/image" Target="../media/image55.png"/><Relationship Id="rId14" Type="http://schemas.openxmlformats.org/officeDocument/2006/relationships/image" Target="../media/image6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13" Type="http://schemas.openxmlformats.org/officeDocument/2006/relationships/image" Target="../media/image73.png"/><Relationship Id="rId3" Type="http://schemas.openxmlformats.org/officeDocument/2006/relationships/image" Target="../media/image4.png"/><Relationship Id="rId7" Type="http://schemas.openxmlformats.org/officeDocument/2006/relationships/image" Target="../media/image67.png"/><Relationship Id="rId12" Type="http://schemas.openxmlformats.org/officeDocument/2006/relationships/image" Target="../media/image7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.png"/><Relationship Id="rId11" Type="http://schemas.openxmlformats.org/officeDocument/2006/relationships/image" Target="../media/image71.png"/><Relationship Id="rId5" Type="http://schemas.openxmlformats.org/officeDocument/2006/relationships/image" Target="../media/image65.png"/><Relationship Id="rId10" Type="http://schemas.openxmlformats.org/officeDocument/2006/relationships/image" Target="../media/image70.png"/><Relationship Id="rId4" Type="http://schemas.openxmlformats.org/officeDocument/2006/relationships/image" Target="../media/image49.png"/><Relationship Id="rId9" Type="http://schemas.openxmlformats.org/officeDocument/2006/relationships/image" Target="../media/image69.png"/><Relationship Id="rId14" Type="http://schemas.openxmlformats.org/officeDocument/2006/relationships/image" Target="../media/image4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4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6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8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3.png"/><Relationship Id="rId4" Type="http://schemas.openxmlformats.org/officeDocument/2006/relationships/image" Target="../media/image82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.emf"/><Relationship Id="rId5" Type="http://schemas.openxmlformats.org/officeDocument/2006/relationships/image" Target="../media/image86.png"/><Relationship Id="rId4" Type="http://schemas.openxmlformats.org/officeDocument/2006/relationships/image" Target="../media/image8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w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4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w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1.png"/><Relationship Id="rId5" Type="http://schemas.openxmlformats.org/officeDocument/2006/relationships/image" Target="../media/image100.png"/><Relationship Id="rId4" Type="http://schemas.openxmlformats.org/officeDocument/2006/relationships/image" Target="../media/image4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1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/>
            <a:r>
              <a:rPr lang="en-US" altLang="en-US" dirty="0">
                <a:latin typeface="Berlin Sans FB Demi" panose="020E0802020502020306" pitchFamily="34" charset="0"/>
              </a:rPr>
              <a:t>      Engr. Dr. Muhammad Nadeem Majeed</a:t>
            </a:r>
          </a:p>
        </p:txBody>
      </p:sp>
      <p:sp>
        <p:nvSpPr>
          <p:cNvPr id="3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304799" y="1655100"/>
            <a:ext cx="11719035" cy="5138738"/>
          </a:xfrm>
        </p:spPr>
        <p:txBody>
          <a:bodyPr>
            <a:normAutofit fontScale="75000" lnSpcReduction="20000"/>
          </a:bodyPr>
          <a:lstStyle/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altLang="en-US" sz="3000" b="1" dirty="0">
                <a:solidFill>
                  <a:srgbClr val="0070C0"/>
                </a:solidFill>
              </a:rPr>
              <a:t>PhD Computer Engineering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altLang="en-US" sz="3000" b="1" dirty="0">
                <a:solidFill>
                  <a:srgbClr val="0070C0"/>
                </a:solidFill>
              </a:rPr>
              <a:t>MS Computer Engineering</a:t>
            </a:r>
          </a:p>
          <a:p>
            <a:pPr marL="130175" indent="0" eaLnBrk="1">
              <a:lnSpc>
                <a:spcPct val="100000"/>
              </a:lnSpc>
              <a:buNone/>
              <a:defRPr/>
            </a:pPr>
            <a:r>
              <a:rPr lang="en-US" altLang="en-US" sz="3000" b="1" dirty="0">
                <a:solidFill>
                  <a:srgbClr val="C00000"/>
                </a:solidFill>
              </a:rPr>
              <a:t>Certifications: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Project Management Professional (PMP)®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PRINCE2 Agile Practitioner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Professional</a:t>
            </a:r>
            <a:r>
              <a:rPr lang="en-US" alt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 Scrum Master (PSM)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Certified Lean Six Sigma Green Belt  (CSSC) 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alt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ITIL Certified 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Cisco Certified Network Associate (CCNA)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Juniper Networks Certified Internet Associate (JNCIA)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IBM Certified Data Engineer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endParaRPr lang="en-US" sz="2000" b="1" dirty="0"/>
          </a:p>
          <a:p>
            <a:pPr marL="130175" indent="0">
              <a:lnSpc>
                <a:spcPct val="100000"/>
              </a:lnSpc>
              <a:spcBef>
                <a:spcPts val="300"/>
              </a:spcBef>
              <a:buNone/>
              <a:defRPr/>
            </a:pPr>
            <a:r>
              <a:rPr lang="en-US" sz="3000" b="1" dirty="0">
                <a:solidFill>
                  <a:srgbClr val="C00000"/>
                </a:solidFill>
              </a:rPr>
              <a:t>Experience: 24 Years of Teaching &amp; Network Management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The Punjab, Lahore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Engineering and Technology Taxila.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NUST School of Electrical Engineering and Computer Science. Islamabad.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Arid Agriculture Rawalpindi. </a:t>
            </a:r>
            <a:endParaRPr lang="en-US" sz="2000" dirty="0"/>
          </a:p>
        </p:txBody>
      </p:sp>
      <p:sp>
        <p:nvSpPr>
          <p:cNvPr id="2" name="TextBox 1"/>
          <p:cNvSpPr txBox="1"/>
          <p:nvPr/>
        </p:nvSpPr>
        <p:spPr>
          <a:xfrm>
            <a:off x="8426669" y="2150335"/>
            <a:ext cx="3597166" cy="1965923"/>
          </a:xfrm>
          <a:prstGeom prst="rect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</p:spPr>
        <p:txBody>
          <a:bodyPr wrap="square">
            <a:spAutoFit/>
          </a:bodyPr>
          <a:lstStyle/>
          <a:p>
            <a:pPr eaLnBrk="1">
              <a:lnSpc>
                <a:spcPct val="110000"/>
              </a:lnSpc>
              <a:defRPr/>
            </a:pPr>
            <a:r>
              <a:rPr lang="en-US" altLang="en-US" sz="205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Research interests: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Mispronunciation Detection, 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Disease classification</a:t>
            </a: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.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Network and Communications.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Machine Learning</a:t>
            </a:r>
          </a:p>
          <a:p>
            <a:pPr algn="ctr" eaLnBrk="1">
              <a:defRPr/>
            </a:pPr>
            <a:endParaRPr lang="en-US" sz="900" dirty="0"/>
          </a:p>
        </p:txBody>
      </p:sp>
      <p:sp>
        <p:nvSpPr>
          <p:cNvPr id="4" name="TextBox 3"/>
          <p:cNvSpPr txBox="1"/>
          <p:nvPr/>
        </p:nvSpPr>
        <p:spPr>
          <a:xfrm>
            <a:off x="6379782" y="1056693"/>
            <a:ext cx="424618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b="1" i="1" dirty="0"/>
              <a:t>Associate Professor</a:t>
            </a:r>
          </a:p>
          <a:p>
            <a:pPr algn="r"/>
            <a:r>
              <a:rPr lang="en-US" sz="2000" b="1" i="1" dirty="0"/>
              <a:t>Department of Data Science</a:t>
            </a:r>
          </a:p>
        </p:txBody>
      </p:sp>
    </p:spTree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</a:t>
            </a:fld>
            <a:endParaRPr lang="en-US" dirty="0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583234" y="4930777"/>
            <a:ext cx="6289964" cy="1877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Contact info: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		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nadeem.majeed@pucit.edu.pk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0333-1049181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</a:t>
            </a:r>
            <a:r>
              <a:rPr lang="en-US" altLang="en-US" sz="2000" b="1" dirty="0">
                <a:solidFill>
                  <a:srgbClr val="000000"/>
                </a:solidFill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Department of Data Science,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University of the Punjab, Lahore</a:t>
            </a:r>
          </a:p>
        </p:txBody>
      </p:sp>
      <p:sp>
        <p:nvSpPr>
          <p:cNvPr id="13" name="Rectangle 4"/>
          <p:cNvSpPr txBox="1">
            <a:spLocks noChangeArrowheads="1"/>
          </p:cNvSpPr>
          <p:nvPr/>
        </p:nvSpPr>
        <p:spPr bwMode="auto">
          <a:xfrm>
            <a:off x="371475" y="429492"/>
            <a:ext cx="7763782" cy="13979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300" b="1">
                <a:solidFill>
                  <a:srgbClr val="006699"/>
                </a:solidFill>
                <a:latin typeface="+mj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  <a:t>Computer Networks	</a:t>
            </a:r>
            <a:b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</a:br>
            <a: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  <a:t>Introduction</a:t>
            </a:r>
          </a:p>
        </p:txBody>
      </p:sp>
      <p:sp>
        <p:nvSpPr>
          <p:cNvPr id="15" name="Subtitle 2"/>
          <p:cNvSpPr txBox="1"/>
          <p:nvPr/>
        </p:nvSpPr>
        <p:spPr>
          <a:xfrm>
            <a:off x="0" y="2424089"/>
            <a:ext cx="7802015" cy="1741700"/>
          </a:xfrm>
          <a:prstGeom prst="rect">
            <a:avLst/>
          </a:prstGeom>
        </p:spPr>
        <p:txBody>
          <a:bodyPr>
            <a:normAutofit fontScale="92500" lnSpcReduction="20000"/>
          </a:bodyPr>
          <a:lstStyle>
            <a:lvl1pPr marL="342900" indent="-3429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993300"/>
              </a:buClr>
              <a:buSzPct val="90000"/>
              <a:buFont typeface="Monotype Sorts" pitchFamily="-84" charset="2"/>
              <a:buChar char="n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CC6600"/>
              </a:buClr>
              <a:buSzPct val="80000"/>
              <a:buFont typeface="Monotype Sorts" pitchFamily="-84" charset="2"/>
              <a:buChar char="l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0858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009900"/>
              </a:buClr>
              <a:buSzPct val="75000"/>
              <a:buFont typeface="Webdings" panose="05030102010509060703" pitchFamily="18" charset="2"/>
              <a:buChar char="4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4287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chemeClr val="hlink"/>
              </a:buClr>
              <a:buSzPct val="75000"/>
              <a:buChar char="–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17716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2288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6pPr>
            <a:lvl7pPr marL="26860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7pPr>
            <a:lvl8pPr marL="31432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8pPr>
            <a:lvl9pPr marL="36004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9pPr>
          </a:lstStyle>
          <a:p>
            <a:pPr marL="0" indent="0" algn="ctr">
              <a:buFont typeface="Monotype Sorts" pitchFamily="-84" charset="2"/>
              <a:buNone/>
              <a:defRPr/>
            </a:pPr>
            <a:r>
              <a:rPr lang="en-US" sz="3200" b="1" kern="0" dirty="0">
                <a:solidFill>
                  <a:srgbClr val="000000"/>
                </a:solidFill>
                <a:latin typeface="Helvetica"/>
              </a:rPr>
              <a:t>Part-01</a:t>
            </a:r>
          </a:p>
          <a:p>
            <a:pPr>
              <a:defRPr/>
            </a:pPr>
            <a:endParaRPr lang="en-US" kern="0" dirty="0">
              <a:solidFill>
                <a:srgbClr val="000000"/>
              </a:solidFill>
              <a:latin typeface="Helvetica"/>
            </a:endParaRPr>
          </a:p>
          <a:p>
            <a:pPr marL="0" indent="0" algn="ctr">
              <a:buFont typeface="Monotype Sorts" pitchFamily="-84" charset="2"/>
              <a:buNone/>
              <a:defRPr/>
            </a:pPr>
            <a:r>
              <a:rPr lang="en-US" sz="6000" b="1" kern="0" dirty="0">
                <a:solidFill>
                  <a:srgbClr val="000000"/>
                </a:solidFill>
                <a:latin typeface="Edwardian Script ITC" panose="030303020407070D0804" pitchFamily="66" charset="0"/>
              </a:rPr>
              <a:t>Dr. Muhammad Nadeem Majeed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/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/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/>
            <p:cNvSpPr txBox="1"/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/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/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/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/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/>
            <p:cNvSpPr txBox="1"/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/>
            <p:cNvGrpSpPr/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/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/>
              <p:cNvGrpSpPr/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/>
                <p:cNvGrpSpPr/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/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/>
            <p:cNvGrpSpPr/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/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/>
            <p:cNvSpPr txBox="1"/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/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/>
              <p:cNvGrpSpPr/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/>
                <p:cNvSpPr/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/>
                <p:cNvSpPr/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/>
                <p:cNvSpPr/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/>
                <p:cNvSpPr/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/>
                <p:cNvSpPr/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/>
                <p:cNvSpPr/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/>
                <p:cNvSpPr/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/>
                <p:cNvGrpSpPr/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/>
                <p:cNvSpPr/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/>
                <p:cNvSpPr/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/>
                <p:cNvSpPr/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/>
                <p:cNvSpPr/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/>
                <p:cNvSpPr/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/>
                <p:cNvSpPr/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/>
              <p:cNvGrpSpPr/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/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/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/>
              <p:cNvGrpSpPr/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/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/>
              <p:cNvGrpSpPr/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/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/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/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/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/>
            <p:cNvSpPr/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/>
            <p:cNvSpPr txBox="1"/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/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-1" fmla="*/ 1996750 w 4107620"/>
              <a:gd name="connsiteY0-2" fmla="*/ 1366789 h 4330718"/>
              <a:gd name="connsiteX1-3" fmla="*/ 1712971 w 4107620"/>
              <a:gd name="connsiteY1-4" fmla="*/ 1293216 h 4330718"/>
              <a:gd name="connsiteX2-5" fmla="*/ 1387150 w 4107620"/>
              <a:gd name="connsiteY2-6" fmla="*/ 904333 h 4330718"/>
              <a:gd name="connsiteX3-7" fmla="*/ 1134902 w 4107620"/>
              <a:gd name="connsiteY3-8" fmla="*/ 568002 h 4330718"/>
              <a:gd name="connsiteX4-9" fmla="*/ 840612 w 4107620"/>
              <a:gd name="connsiteY4-10" fmla="*/ 851781 h 4330718"/>
              <a:gd name="connsiteX5-11" fmla="*/ 703978 w 4107620"/>
              <a:gd name="connsiteY5-12" fmla="*/ 1356278 h 4330718"/>
              <a:gd name="connsiteX6-13" fmla="*/ 1240006 w 4107620"/>
              <a:gd name="connsiteY6-14" fmla="*/ 1955368 h 4330718"/>
              <a:gd name="connsiteX7-15" fmla="*/ 1303068 w 4107620"/>
              <a:gd name="connsiteY7-16" fmla="*/ 2375781 h 4330718"/>
              <a:gd name="connsiteX8-17" fmla="*/ 220502 w 4107620"/>
              <a:gd name="connsiteY8-18" fmla="*/ 2302209 h 4330718"/>
              <a:gd name="connsiteX9-19" fmla="*/ 83868 w 4107620"/>
              <a:gd name="connsiteY9-20" fmla="*/ 2943340 h 4330718"/>
              <a:gd name="connsiteX10-21" fmla="*/ 1218985 w 4107620"/>
              <a:gd name="connsiteY10-22" fmla="*/ 3258650 h 4330718"/>
              <a:gd name="connsiteX11-23" fmla="*/ 1124392 w 4107620"/>
              <a:gd name="connsiteY11-24" fmla="*/ 3647533 h 4330718"/>
              <a:gd name="connsiteX12-25" fmla="*/ 924695 w 4107620"/>
              <a:gd name="connsiteY12-26" fmla="*/ 3763147 h 4330718"/>
              <a:gd name="connsiteX13-27" fmla="*/ 1324088 w 4107620"/>
              <a:gd name="connsiteY13-28" fmla="*/ 3962843 h 4330718"/>
              <a:gd name="connsiteX14-29" fmla="*/ 1576337 w 4107620"/>
              <a:gd name="connsiteY14-30" fmla="*/ 3899781 h 4330718"/>
              <a:gd name="connsiteX15-31" fmla="*/ 1818075 w 4107620"/>
              <a:gd name="connsiteY15-32" fmla="*/ 4036416 h 4330718"/>
              <a:gd name="connsiteX16-33" fmla="*/ 1996750 w 4107620"/>
              <a:gd name="connsiteY16-34" fmla="*/ 4299174 h 4330718"/>
              <a:gd name="connsiteX17-35" fmla="*/ 2448695 w 4107620"/>
              <a:gd name="connsiteY17-36" fmla="*/ 4299174 h 4330718"/>
              <a:gd name="connsiteX18-37" fmla="*/ 2764006 w 4107620"/>
              <a:gd name="connsiteY18-38" fmla="*/ 4057436 h 4330718"/>
              <a:gd name="connsiteX19-39" fmla="*/ 2995233 w 4107620"/>
              <a:gd name="connsiteY19-40" fmla="*/ 4025905 h 4330718"/>
              <a:gd name="connsiteX20-41" fmla="*/ 3016254 w 4107620"/>
              <a:gd name="connsiteY20-42" fmla="*/ 3731616 h 4330718"/>
              <a:gd name="connsiteX21-43" fmla="*/ 3194930 w 4107620"/>
              <a:gd name="connsiteY21-44" fmla="*/ 3300692 h 4330718"/>
              <a:gd name="connsiteX22-45" fmla="*/ 3972695 w 4107620"/>
              <a:gd name="connsiteY22-46" fmla="*/ 3122016 h 4330718"/>
              <a:gd name="connsiteX23-47" fmla="*/ 3909633 w 4107620"/>
              <a:gd name="connsiteY23-48" fmla="*/ 1818733 h 4330718"/>
              <a:gd name="connsiteX24-49" fmla="*/ 4046268 w 4107620"/>
              <a:gd name="connsiteY24-50" fmla="*/ 904333 h 4330718"/>
              <a:gd name="connsiteX25-51" fmla="*/ 3962185 w 4107620"/>
              <a:gd name="connsiteY25-52" fmla="*/ 147588 h 4330718"/>
              <a:gd name="connsiteX26-53" fmla="*/ 2480226 w 4107620"/>
              <a:gd name="connsiteY26-54" fmla="*/ 63505 h 4330718"/>
              <a:gd name="connsiteX27-55" fmla="*/ 2133385 w 4107620"/>
              <a:gd name="connsiteY27-56" fmla="*/ 872802 h 4330718"/>
              <a:gd name="connsiteX28-57" fmla="*/ 2238488 w 4107620"/>
              <a:gd name="connsiteY28-58" fmla="*/ 1230154 h 4330718"/>
              <a:gd name="connsiteX29-59" fmla="*/ 1996750 w 4107620"/>
              <a:gd name="connsiteY29-60" fmla="*/ 1366789 h 4330718"/>
              <a:gd name="connsiteX0-61" fmla="*/ 1996750 w 4107620"/>
              <a:gd name="connsiteY0-62" fmla="*/ 1339069 h 4302998"/>
              <a:gd name="connsiteX1-63" fmla="*/ 1712971 w 4107620"/>
              <a:gd name="connsiteY1-64" fmla="*/ 1265496 h 4302998"/>
              <a:gd name="connsiteX2-65" fmla="*/ 1387150 w 4107620"/>
              <a:gd name="connsiteY2-66" fmla="*/ 876613 h 4302998"/>
              <a:gd name="connsiteX3-67" fmla="*/ 1134902 w 4107620"/>
              <a:gd name="connsiteY3-68" fmla="*/ 540282 h 4302998"/>
              <a:gd name="connsiteX4-69" fmla="*/ 840612 w 4107620"/>
              <a:gd name="connsiteY4-70" fmla="*/ 824061 h 4302998"/>
              <a:gd name="connsiteX5-71" fmla="*/ 703978 w 4107620"/>
              <a:gd name="connsiteY5-72" fmla="*/ 1328558 h 4302998"/>
              <a:gd name="connsiteX6-73" fmla="*/ 1240006 w 4107620"/>
              <a:gd name="connsiteY6-74" fmla="*/ 1927648 h 4302998"/>
              <a:gd name="connsiteX7-75" fmla="*/ 1303068 w 4107620"/>
              <a:gd name="connsiteY7-76" fmla="*/ 2348061 h 4302998"/>
              <a:gd name="connsiteX8-77" fmla="*/ 220502 w 4107620"/>
              <a:gd name="connsiteY8-78" fmla="*/ 2274489 h 4302998"/>
              <a:gd name="connsiteX9-79" fmla="*/ 83868 w 4107620"/>
              <a:gd name="connsiteY9-80" fmla="*/ 2915620 h 4302998"/>
              <a:gd name="connsiteX10-81" fmla="*/ 1218985 w 4107620"/>
              <a:gd name="connsiteY10-82" fmla="*/ 3230930 h 4302998"/>
              <a:gd name="connsiteX11-83" fmla="*/ 1124392 w 4107620"/>
              <a:gd name="connsiteY11-84" fmla="*/ 3619813 h 4302998"/>
              <a:gd name="connsiteX12-85" fmla="*/ 924695 w 4107620"/>
              <a:gd name="connsiteY12-86" fmla="*/ 3735427 h 4302998"/>
              <a:gd name="connsiteX13-87" fmla="*/ 1324088 w 4107620"/>
              <a:gd name="connsiteY13-88" fmla="*/ 3935123 h 4302998"/>
              <a:gd name="connsiteX14-89" fmla="*/ 1576337 w 4107620"/>
              <a:gd name="connsiteY14-90" fmla="*/ 3872061 h 4302998"/>
              <a:gd name="connsiteX15-91" fmla="*/ 1818075 w 4107620"/>
              <a:gd name="connsiteY15-92" fmla="*/ 4008696 h 4302998"/>
              <a:gd name="connsiteX16-93" fmla="*/ 1996750 w 4107620"/>
              <a:gd name="connsiteY16-94" fmla="*/ 4271454 h 4302998"/>
              <a:gd name="connsiteX17-95" fmla="*/ 2448695 w 4107620"/>
              <a:gd name="connsiteY17-96" fmla="*/ 4271454 h 4302998"/>
              <a:gd name="connsiteX18-97" fmla="*/ 2764006 w 4107620"/>
              <a:gd name="connsiteY18-98" fmla="*/ 4029716 h 4302998"/>
              <a:gd name="connsiteX19-99" fmla="*/ 2995233 w 4107620"/>
              <a:gd name="connsiteY19-100" fmla="*/ 3998185 h 4302998"/>
              <a:gd name="connsiteX20-101" fmla="*/ 3016254 w 4107620"/>
              <a:gd name="connsiteY20-102" fmla="*/ 3703896 h 4302998"/>
              <a:gd name="connsiteX21-103" fmla="*/ 3194930 w 4107620"/>
              <a:gd name="connsiteY21-104" fmla="*/ 3272972 h 4302998"/>
              <a:gd name="connsiteX22-105" fmla="*/ 3972695 w 4107620"/>
              <a:gd name="connsiteY22-106" fmla="*/ 3094296 h 4302998"/>
              <a:gd name="connsiteX23-107" fmla="*/ 3909633 w 4107620"/>
              <a:gd name="connsiteY23-108" fmla="*/ 1791013 h 4302998"/>
              <a:gd name="connsiteX24-109" fmla="*/ 4046268 w 4107620"/>
              <a:gd name="connsiteY24-110" fmla="*/ 876613 h 4302998"/>
              <a:gd name="connsiteX25-111" fmla="*/ 3962185 w 4107620"/>
              <a:gd name="connsiteY25-112" fmla="*/ 119868 h 4302998"/>
              <a:gd name="connsiteX26-113" fmla="*/ 2480226 w 4107620"/>
              <a:gd name="connsiteY26-114" fmla="*/ 35785 h 4302998"/>
              <a:gd name="connsiteX27-115" fmla="*/ 2185936 w 4107620"/>
              <a:gd name="connsiteY27-116" fmla="*/ 466709 h 4302998"/>
              <a:gd name="connsiteX28-117" fmla="*/ 2238488 w 4107620"/>
              <a:gd name="connsiteY28-118" fmla="*/ 1202434 h 4302998"/>
              <a:gd name="connsiteX29-119" fmla="*/ 1996750 w 4107620"/>
              <a:gd name="connsiteY29-120" fmla="*/ 1339069 h 4302998"/>
              <a:gd name="connsiteX0-121" fmla="*/ 1996750 w 4107620"/>
              <a:gd name="connsiteY0-122" fmla="*/ 1339069 h 4302998"/>
              <a:gd name="connsiteX1-123" fmla="*/ 1712971 w 4107620"/>
              <a:gd name="connsiteY1-124" fmla="*/ 1265496 h 4302998"/>
              <a:gd name="connsiteX2-125" fmla="*/ 1387150 w 4107620"/>
              <a:gd name="connsiteY2-126" fmla="*/ 876613 h 4302998"/>
              <a:gd name="connsiteX3-127" fmla="*/ 1134902 w 4107620"/>
              <a:gd name="connsiteY3-128" fmla="*/ 540282 h 4302998"/>
              <a:gd name="connsiteX4-129" fmla="*/ 840612 w 4107620"/>
              <a:gd name="connsiteY4-130" fmla="*/ 824061 h 4302998"/>
              <a:gd name="connsiteX5-131" fmla="*/ 703978 w 4107620"/>
              <a:gd name="connsiteY5-132" fmla="*/ 1328558 h 4302998"/>
              <a:gd name="connsiteX6-133" fmla="*/ 1240006 w 4107620"/>
              <a:gd name="connsiteY6-134" fmla="*/ 1927648 h 4302998"/>
              <a:gd name="connsiteX7-135" fmla="*/ 1303068 w 4107620"/>
              <a:gd name="connsiteY7-136" fmla="*/ 2348061 h 4302998"/>
              <a:gd name="connsiteX8-137" fmla="*/ 220502 w 4107620"/>
              <a:gd name="connsiteY8-138" fmla="*/ 2274489 h 4302998"/>
              <a:gd name="connsiteX9-139" fmla="*/ 83868 w 4107620"/>
              <a:gd name="connsiteY9-140" fmla="*/ 2915620 h 4302998"/>
              <a:gd name="connsiteX10-141" fmla="*/ 1218985 w 4107620"/>
              <a:gd name="connsiteY10-142" fmla="*/ 3230930 h 4302998"/>
              <a:gd name="connsiteX11-143" fmla="*/ 1124392 w 4107620"/>
              <a:gd name="connsiteY11-144" fmla="*/ 3619813 h 4302998"/>
              <a:gd name="connsiteX12-145" fmla="*/ 924695 w 4107620"/>
              <a:gd name="connsiteY12-146" fmla="*/ 3735427 h 4302998"/>
              <a:gd name="connsiteX13-147" fmla="*/ 1324088 w 4107620"/>
              <a:gd name="connsiteY13-148" fmla="*/ 3935123 h 4302998"/>
              <a:gd name="connsiteX14-149" fmla="*/ 1576337 w 4107620"/>
              <a:gd name="connsiteY14-150" fmla="*/ 3872061 h 4302998"/>
              <a:gd name="connsiteX15-151" fmla="*/ 1818075 w 4107620"/>
              <a:gd name="connsiteY15-152" fmla="*/ 4008696 h 4302998"/>
              <a:gd name="connsiteX16-153" fmla="*/ 1996750 w 4107620"/>
              <a:gd name="connsiteY16-154" fmla="*/ 4271454 h 4302998"/>
              <a:gd name="connsiteX17-155" fmla="*/ 2448695 w 4107620"/>
              <a:gd name="connsiteY17-156" fmla="*/ 4271454 h 4302998"/>
              <a:gd name="connsiteX18-157" fmla="*/ 2764006 w 4107620"/>
              <a:gd name="connsiteY18-158" fmla="*/ 4029716 h 4302998"/>
              <a:gd name="connsiteX19-159" fmla="*/ 2995233 w 4107620"/>
              <a:gd name="connsiteY19-160" fmla="*/ 3998185 h 4302998"/>
              <a:gd name="connsiteX20-161" fmla="*/ 3016254 w 4107620"/>
              <a:gd name="connsiteY20-162" fmla="*/ 3703896 h 4302998"/>
              <a:gd name="connsiteX21-163" fmla="*/ 3194930 w 4107620"/>
              <a:gd name="connsiteY21-164" fmla="*/ 3272972 h 4302998"/>
              <a:gd name="connsiteX22-165" fmla="*/ 3972695 w 4107620"/>
              <a:gd name="connsiteY22-166" fmla="*/ 3094296 h 4302998"/>
              <a:gd name="connsiteX23-167" fmla="*/ 3909633 w 4107620"/>
              <a:gd name="connsiteY23-168" fmla="*/ 1791013 h 4302998"/>
              <a:gd name="connsiteX24-169" fmla="*/ 4046268 w 4107620"/>
              <a:gd name="connsiteY24-170" fmla="*/ 876613 h 4302998"/>
              <a:gd name="connsiteX25-171" fmla="*/ 3962185 w 4107620"/>
              <a:gd name="connsiteY25-172" fmla="*/ 119868 h 4302998"/>
              <a:gd name="connsiteX26-173" fmla="*/ 2480226 w 4107620"/>
              <a:gd name="connsiteY26-174" fmla="*/ 35785 h 4302998"/>
              <a:gd name="connsiteX27-175" fmla="*/ 2270019 w 4107620"/>
              <a:gd name="connsiteY27-176" fmla="*/ 466709 h 4302998"/>
              <a:gd name="connsiteX28-177" fmla="*/ 2238488 w 4107620"/>
              <a:gd name="connsiteY28-178" fmla="*/ 1202434 h 4302998"/>
              <a:gd name="connsiteX29-179" fmla="*/ 1996750 w 4107620"/>
              <a:gd name="connsiteY29-180" fmla="*/ 1339069 h 4302998"/>
              <a:gd name="connsiteX0-181" fmla="*/ 1996750 w 4101062"/>
              <a:gd name="connsiteY0-182" fmla="*/ 1290412 h 4254341"/>
              <a:gd name="connsiteX1-183" fmla="*/ 1712971 w 4101062"/>
              <a:gd name="connsiteY1-184" fmla="*/ 1216839 h 4254341"/>
              <a:gd name="connsiteX2-185" fmla="*/ 1387150 w 4101062"/>
              <a:gd name="connsiteY2-186" fmla="*/ 827956 h 4254341"/>
              <a:gd name="connsiteX3-187" fmla="*/ 1134902 w 4101062"/>
              <a:gd name="connsiteY3-188" fmla="*/ 491625 h 4254341"/>
              <a:gd name="connsiteX4-189" fmla="*/ 840612 w 4101062"/>
              <a:gd name="connsiteY4-190" fmla="*/ 775404 h 4254341"/>
              <a:gd name="connsiteX5-191" fmla="*/ 703978 w 4101062"/>
              <a:gd name="connsiteY5-192" fmla="*/ 1279901 h 4254341"/>
              <a:gd name="connsiteX6-193" fmla="*/ 1240006 w 4101062"/>
              <a:gd name="connsiteY6-194" fmla="*/ 1878991 h 4254341"/>
              <a:gd name="connsiteX7-195" fmla="*/ 1303068 w 4101062"/>
              <a:gd name="connsiteY7-196" fmla="*/ 2299404 h 4254341"/>
              <a:gd name="connsiteX8-197" fmla="*/ 220502 w 4101062"/>
              <a:gd name="connsiteY8-198" fmla="*/ 2225832 h 4254341"/>
              <a:gd name="connsiteX9-199" fmla="*/ 83868 w 4101062"/>
              <a:gd name="connsiteY9-200" fmla="*/ 2866963 h 4254341"/>
              <a:gd name="connsiteX10-201" fmla="*/ 1218985 w 4101062"/>
              <a:gd name="connsiteY10-202" fmla="*/ 3182273 h 4254341"/>
              <a:gd name="connsiteX11-203" fmla="*/ 1124392 w 4101062"/>
              <a:gd name="connsiteY11-204" fmla="*/ 3571156 h 4254341"/>
              <a:gd name="connsiteX12-205" fmla="*/ 924695 w 4101062"/>
              <a:gd name="connsiteY12-206" fmla="*/ 3686770 h 4254341"/>
              <a:gd name="connsiteX13-207" fmla="*/ 1324088 w 4101062"/>
              <a:gd name="connsiteY13-208" fmla="*/ 3886466 h 4254341"/>
              <a:gd name="connsiteX14-209" fmla="*/ 1576337 w 4101062"/>
              <a:gd name="connsiteY14-210" fmla="*/ 3823404 h 4254341"/>
              <a:gd name="connsiteX15-211" fmla="*/ 1818075 w 4101062"/>
              <a:gd name="connsiteY15-212" fmla="*/ 3960039 h 4254341"/>
              <a:gd name="connsiteX16-213" fmla="*/ 1996750 w 4101062"/>
              <a:gd name="connsiteY16-214" fmla="*/ 4222797 h 4254341"/>
              <a:gd name="connsiteX17-215" fmla="*/ 2448695 w 4101062"/>
              <a:gd name="connsiteY17-216" fmla="*/ 4222797 h 4254341"/>
              <a:gd name="connsiteX18-217" fmla="*/ 2764006 w 4101062"/>
              <a:gd name="connsiteY18-218" fmla="*/ 3981059 h 4254341"/>
              <a:gd name="connsiteX19-219" fmla="*/ 2995233 w 4101062"/>
              <a:gd name="connsiteY19-220" fmla="*/ 3949528 h 4254341"/>
              <a:gd name="connsiteX20-221" fmla="*/ 3016254 w 4101062"/>
              <a:gd name="connsiteY20-222" fmla="*/ 3655239 h 4254341"/>
              <a:gd name="connsiteX21-223" fmla="*/ 3194930 w 4101062"/>
              <a:gd name="connsiteY21-224" fmla="*/ 3224315 h 4254341"/>
              <a:gd name="connsiteX22-225" fmla="*/ 3972695 w 4101062"/>
              <a:gd name="connsiteY22-226" fmla="*/ 3045639 h 4254341"/>
              <a:gd name="connsiteX23-227" fmla="*/ 3909633 w 4101062"/>
              <a:gd name="connsiteY23-228" fmla="*/ 1742356 h 4254341"/>
              <a:gd name="connsiteX24-229" fmla="*/ 4046268 w 4101062"/>
              <a:gd name="connsiteY24-230" fmla="*/ 827956 h 4254341"/>
              <a:gd name="connsiteX25-231" fmla="*/ 3962185 w 4101062"/>
              <a:gd name="connsiteY25-232" fmla="*/ 71211 h 4254341"/>
              <a:gd name="connsiteX26-233" fmla="*/ 2574819 w 4101062"/>
              <a:gd name="connsiteY26-234" fmla="*/ 71211 h 4254341"/>
              <a:gd name="connsiteX27-235" fmla="*/ 2270019 w 4101062"/>
              <a:gd name="connsiteY27-236" fmla="*/ 418052 h 4254341"/>
              <a:gd name="connsiteX28-237" fmla="*/ 2238488 w 4101062"/>
              <a:gd name="connsiteY28-238" fmla="*/ 1153777 h 4254341"/>
              <a:gd name="connsiteX29-239" fmla="*/ 1996750 w 4101062"/>
              <a:gd name="connsiteY29-240" fmla="*/ 1290412 h 425434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/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/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/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/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/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/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/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/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/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7" imgW="1435100" imgH="3873500" progId="">
                      <p:embed/>
                    </p:oleObj>
                  </mc:Choice>
                  <mc:Fallback>
                    <p:oleObj r:id="rId7" imgW="1435100" imgH="3873500" progId="">
                      <p:embed/>
                      <p:pic>
                        <p:nvPicPr>
                          <p:cNvPr id="0" name="Object 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/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/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/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/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/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/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5244182" y="1499729"/>
            <a:ext cx="4175678" cy="5125922"/>
            <a:chOff x="5244182" y="1499729"/>
            <a:chExt cx="4175678" cy="5125922"/>
          </a:xfrm>
        </p:grpSpPr>
        <p:grpSp>
          <p:nvGrpSpPr>
            <p:cNvPr id="26" name="Group 25"/>
            <p:cNvGrpSpPr/>
            <p:nvPr/>
          </p:nvGrpSpPr>
          <p:grpSpPr>
            <a:xfrm>
              <a:off x="5244182" y="1499729"/>
              <a:ext cx="2735863" cy="1090838"/>
              <a:chOff x="616980" y="5292729"/>
              <a:chExt cx="3127445" cy="1207904"/>
            </a:xfrm>
          </p:grpSpPr>
          <p:grpSp>
            <p:nvGrpSpPr>
              <p:cNvPr id="27" name="Group 26"/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/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/>
                <p:cNvPicPr>
                  <a:picLocks noChangeAspect="1"/>
                </p:cNvPicPr>
                <p:nvPr/>
              </p:nvPicPr>
              <p:blipFill rotWithShape="1"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>
                  <a:fillRect/>
                </a:stretch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sp>
            <p:nvSpPr>
              <p:cNvPr id="28" name="Text Box 8"/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301691" cy="374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Pacemaker &amp; Monitor</a:t>
                </a:r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7868239" y="4103350"/>
              <a:ext cx="1551621" cy="917725"/>
              <a:chOff x="7868239" y="4103350"/>
              <a:chExt cx="1551621" cy="917725"/>
            </a:xfrm>
          </p:grpSpPr>
          <p:pic>
            <p:nvPicPr>
              <p:cNvPr id="34" name="Picture 33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/>
              <p:cNvSpPr txBox="1">
                <a:spLocks noChangeArrowheads="1"/>
              </p:cNvSpPr>
              <p:nvPr/>
            </p:nvSpPr>
            <p:spPr bwMode="auto">
              <a:xfrm>
                <a:off x="8103032" y="4682521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AR devices</a:t>
                </a:r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7586090" y="5333549"/>
              <a:ext cx="1556069" cy="1292102"/>
              <a:chOff x="7586090" y="5333549"/>
              <a:chExt cx="1556069" cy="1292102"/>
            </a:xfrm>
          </p:grpSpPr>
          <p:pic>
            <p:nvPicPr>
              <p:cNvPr id="32" name="Picture 31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586090" y="5333549"/>
                <a:ext cx="1308005" cy="1292102"/>
              </a:xfrm>
              <a:prstGeom prst="rect">
                <a:avLst/>
              </a:prstGeom>
            </p:spPr>
          </p:pic>
          <p:sp>
            <p:nvSpPr>
              <p:cNvPr id="33" name="Text Box 10"/>
              <p:cNvSpPr txBox="1">
                <a:spLocks noChangeArrowheads="1"/>
              </p:cNvSpPr>
              <p:nvPr/>
            </p:nvSpPr>
            <p:spPr bwMode="auto">
              <a:xfrm>
                <a:off x="8513461" y="6201538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Fitbit</a:t>
                </a:r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/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/>
          <p:cNvSpPr txBox="1"/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MS PGothic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grpSp>
        <p:nvGrpSpPr>
          <p:cNvPr id="15" name="Group 14"/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/>
            <p:cNvCxnSpPr/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/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/>
            <p:cNvCxnSpPr/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/>
            <p:cNvCxnSpPr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/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/>
            <p:cNvCxnSpPr/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/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/>
            <p:cNvCxnSpPr/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/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/>
            <p:cNvCxnSpPr/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/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/>
            <p:cNvCxnSpPr/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/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/>
            <p:cNvCxnSpPr/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/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/>
            <p:cNvCxnSpPr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/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/>
            <p:cNvCxnSpPr/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/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/>
            <p:cNvCxnSpPr/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/>
          <p:cNvSpPr txBox="1"/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571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>Infrastructure </a:t>
            </a:r>
            <a:r>
              <a:rPr lang="en-US" altLang="en-US" dirty="0">
                <a:ea typeface="MS PGothic" panose="020B0600070205080204" pitchFamily="34" charset="-128"/>
              </a:rPr>
              <a:t>that provides services to applications: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/>
            <p:cNvCxnSpPr/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/>
          <p:cNvSpPr txBox="1"/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MS PGothic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programming interface </a:t>
            </a:r>
            <a:r>
              <a:rPr lang="en-US" altLang="en-US" dirty="0">
                <a:ea typeface="MS PGothic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 dirty="0">
                <a:ea typeface="MS PGothic" panose="020B0600070205080204" pitchFamily="34" charset="-128"/>
              </a:rPr>
              <a:t>connect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r>
              <a:rPr lang="en-US" altLang="ja-JP" dirty="0">
                <a:ea typeface="MS PGothic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6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/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Human protocols:</a:t>
            </a: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“what’s the time?”</a:t>
            </a: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“I have a question”</a:t>
            </a:r>
          </a:p>
          <a:p>
            <a:pPr marL="349250" indent="-220980"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introductions</a:t>
            </a: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610" name="Rectangle 4"/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/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/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Rules for: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 specific messages sent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/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dirty="0">
                <a:ea typeface="MS PGothic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/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/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/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/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/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/>
            <p:cNvGrpSpPr/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/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/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/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/>
            <p:cNvGrpSpPr/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/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/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/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/>
          <p:cNvGrpSpPr/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/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/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/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/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/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/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/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/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/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/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/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/>
          <p:cNvGrpSpPr/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/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/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/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/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/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/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/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/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/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/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/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/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/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/>
          <p:cNvGrpSpPr/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/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/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10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/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/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/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/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/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/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/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/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/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/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/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/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/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/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/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/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/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/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/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12</a:t>
            </a:fld>
            <a:endParaRPr lang="en-US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/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13</a:t>
            </a:fld>
            <a:endParaRPr lang="en-US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MS PGothic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14</a:t>
            </a:fld>
            <a:endParaRPr lang="en-US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58" name="Group 37"/>
          <p:cNvGrpSpPr/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/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/>
            <p:cNvSpPr/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/>
            <p:cNvSpPr/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/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/>
          <p:cNvGrpSpPr/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/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/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/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/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/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/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/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/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/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/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/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/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/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/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/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/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/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/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/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/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/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/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/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/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/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/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/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/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/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/>
            <p:cNvSpPr/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/>
          <p:cNvGrpSpPr/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/>
            <p:cNvGrpSpPr/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/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/>
              <p:cNvSpPr/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/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/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/>
            <p:cNvSpPr/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/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/>
          <p:cNvGrpSpPr/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/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/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/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287655" marR="0" lvl="0" indent="-28765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/>
            <p:cNvGrpSpPr/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/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/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/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/>
            <p:cNvSpPr/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/>
              <p:cNvSpPr/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/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/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/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/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/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/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/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/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/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/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/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16</a:t>
            </a:fld>
            <a:endParaRPr lang="en-US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/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/>
            <p:cNvSpPr/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/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/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/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/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/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/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/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/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/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/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/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/>
          <p:cNvSpPr/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/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Oval 12"/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" name="Line 15"/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/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/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Text Box 45"/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/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/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/>
          <p:cNvGrpSpPr/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/>
            <p:cNvSpPr/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/>
            <p:cNvSpPr/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/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/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/>
            <p:cNvSpPr/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/>
            <p:cNvSpPr/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/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/>
          <p:cNvGrpSpPr/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/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/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/>
          <p:cNvSpPr/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/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/>
          <p:cNvSpPr/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/>
          <p:cNvGrpSpPr/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/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/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/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38505" indent="-2813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8080" indent="-23368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MS PGothic" panose="020B0600070205080204" pitchFamily="34" charset="-128"/>
              <a:cs typeface="+mn-cs"/>
            </a:endParaRP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telephone line to central office DSLAM</a:t>
            </a: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data over DSL phone line goes to Internet</a:t>
            </a: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/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" name="Line 7"/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/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/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/>
          <p:cNvGrpSpPr/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/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" name="Rectangle 103"/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" name="Freeform 104"/>
          <p:cNvSpPr/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/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515475" imgH="6705600" progId="MS_ClipArt_Gallery.2">
                  <p:embed/>
                </p:oleObj>
              </mc:Choice>
              <mc:Fallback>
                <p:oleObj name="Clip" r:id="rId3" imgW="9515475" imgH="6705600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/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/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9" name="Group 136"/>
          <p:cNvGrpSpPr/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/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/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/>
          <p:cNvGrpSpPr/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/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" name="Text Box 26"/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/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" name="Group 105"/>
          <p:cNvGrpSpPr/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/>
            <p:cNvGrpSpPr/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/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/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/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/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/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/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/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/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/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/>
          <p:cNvGrpSpPr/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/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/>
          <p:cNvGrpSpPr/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/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/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/>
          <p:cNvGrpSpPr/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/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/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/>
          <p:cNvGrpSpPr/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/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/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/>
          <p:cNvGrpSpPr/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/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/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/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/>
          <p:cNvGrpSpPr/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/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/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33" name="Group 150"/>
          <p:cNvGrpSpPr/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/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/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/>
          <p:cNvGrpSpPr/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/>
          <p:cNvGrpSpPr/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/>
          <p:cNvGrpSpPr/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/>
          <p:cNvGrpSpPr/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/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/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/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/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/>
            <p:cNvGrpSpPr/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/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/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/>
            <p:cNvGrpSpPr/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/>
            <p:cNvGrpSpPr/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/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/>
            <p:cNvGrpSpPr/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/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/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/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/>
            <p:cNvSpPr/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/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/>
            <p:cNvGrpSpPr/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/>
            <p:cNvGrpSpPr/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/>
              <p:cNvGrpSpPr/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/>
            <p:cNvGrpSpPr/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/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/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/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/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655" marR="0" lvl="1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/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/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/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/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/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/>
          <p:cNvGrpSpPr/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/>
          <p:cNvGrpSpPr/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/>
          <p:cNvGrpSpPr/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/>
          <p:cNvGrpSpPr/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/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/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/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/>
          <p:cNvGrpSpPr/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" name="Oval 25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" name="Oval 26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" name="Oval 26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/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/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/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/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/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/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/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/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/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5" name="Line 359"/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/>
          <p:cNvGrpSpPr/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7" name="Oval 38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" name="Oval 39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" name="Oval 39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/>
          <p:cNvGrpSpPr/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/>
          <p:cNvGrpSpPr/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/>
          <p:cNvGrpSpPr/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/>
          <p:cNvGrpSpPr/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/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/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/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/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/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20</a:t>
            </a:fld>
            <a:endParaRPr lang="en-US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/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/>
            <p:cNvGrpSpPr/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/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/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/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/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/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/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/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/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/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/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/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/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/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/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/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/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/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/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/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/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/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/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/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/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/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/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/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/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/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/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/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/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/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/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21</a:t>
            </a:fld>
            <a:endParaRPr lang="en-US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Host: sends </a:t>
            </a:r>
            <a:r>
              <a:rPr lang="en-US" altLang="en-US" sz="5400" b="0" i="1" dirty="0">
                <a:ea typeface="MS PGothic" panose="020B0600070205080204" pitchFamily="34" charset="-128"/>
              </a:rPr>
              <a:t>packets</a:t>
            </a:r>
            <a:r>
              <a:rPr lang="en-US" altLang="en-US" sz="5400" b="0" dirty="0">
                <a:ea typeface="MS PGothic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/>
          <p:cNvSpPr txBox="1"/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/>
          <p:cNvGrpSpPr/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/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/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15" name="Line 305"/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/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/>
          <p:cNvGrpSpPr/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/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/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27" name="TextBox 205"/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/>
          <p:cNvGrpSpPr/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/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131" name="Group 209"/>
          <p:cNvGrpSpPr/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/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34" name="TextBox 215"/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/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/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/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/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/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/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/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/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/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/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/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/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/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/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wire”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>
          <a:xfrm>
            <a:off x="6349562" y="1354420"/>
            <a:ext cx="518801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Radio link types: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(WiFi)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(e.g., 4G cellular)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10’s Mbps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cable replacement</a:t>
            </a:r>
          </a:p>
          <a:p>
            <a:pPr marL="747395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up to 45 Mbps per channel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270 msec end-end delay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26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MS PGothic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>packet-switching: </a:t>
            </a:r>
            <a:r>
              <a:rPr lang="en-US" altLang="en-US" dirty="0">
                <a:ea typeface="MS PGothic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  <a:gd name="connsiteX0-627" fmla="*/ 21020 w 4550979"/>
              <a:gd name="connsiteY0-628" fmla="*/ 178677 h 4897821"/>
              <a:gd name="connsiteX1-629" fmla="*/ 2270234 w 4550979"/>
              <a:gd name="connsiteY1-630" fmla="*/ 0 h 4897821"/>
              <a:gd name="connsiteX2-631" fmla="*/ 2333296 w 4550979"/>
              <a:gd name="connsiteY2-632" fmla="*/ 1429406 h 4897821"/>
              <a:gd name="connsiteX3-633" fmla="*/ 1587062 w 4550979"/>
              <a:gd name="connsiteY3-634" fmla="*/ 1881352 h 4897821"/>
              <a:gd name="connsiteX4-635" fmla="*/ 1450427 w 4550979"/>
              <a:gd name="connsiteY4-636" fmla="*/ 2427889 h 4897821"/>
              <a:gd name="connsiteX5-637" fmla="*/ 3026979 w 4550979"/>
              <a:gd name="connsiteY5-638" fmla="*/ 3048000 h 4897821"/>
              <a:gd name="connsiteX6-639" fmla="*/ 3443339 w 4550979"/>
              <a:gd name="connsiteY6-640" fmla="*/ 2779385 h 4897821"/>
              <a:gd name="connsiteX7-641" fmla="*/ 3699641 w 4550979"/>
              <a:gd name="connsiteY7-642" fmla="*/ 2554013 h 4897821"/>
              <a:gd name="connsiteX8-643" fmla="*/ 3720662 w 4550979"/>
              <a:gd name="connsiteY8-644" fmla="*/ 2217683 h 4897821"/>
              <a:gd name="connsiteX9-645" fmla="*/ 3678621 w 4550979"/>
              <a:gd name="connsiteY9-646" fmla="*/ 2017986 h 4897821"/>
              <a:gd name="connsiteX10-647" fmla="*/ 3584027 w 4550979"/>
              <a:gd name="connsiteY10-648" fmla="*/ 1839310 h 4897821"/>
              <a:gd name="connsiteX11-649" fmla="*/ 3342289 w 4550979"/>
              <a:gd name="connsiteY11-650" fmla="*/ 1681655 h 4897821"/>
              <a:gd name="connsiteX12-651" fmla="*/ 4393324 w 4550979"/>
              <a:gd name="connsiteY12-652" fmla="*/ 1545021 h 4897821"/>
              <a:gd name="connsiteX13-653" fmla="*/ 4550979 w 4550979"/>
              <a:gd name="connsiteY13-654" fmla="*/ 2879834 h 4897821"/>
              <a:gd name="connsiteX14-655" fmla="*/ 4403834 w 4550979"/>
              <a:gd name="connsiteY14-656" fmla="*/ 4519448 h 4897821"/>
              <a:gd name="connsiteX15-657" fmla="*/ 3394841 w 4550979"/>
              <a:gd name="connsiteY15-658" fmla="*/ 4897821 h 4897821"/>
              <a:gd name="connsiteX16-659" fmla="*/ 0 w 4550979"/>
              <a:gd name="connsiteY16-660" fmla="*/ 4855779 h 4897821"/>
              <a:gd name="connsiteX17-661" fmla="*/ 21020 w 4550979"/>
              <a:gd name="connsiteY17-662" fmla="*/ 178677 h 4897821"/>
              <a:gd name="connsiteX0-663" fmla="*/ 21020 w 4550979"/>
              <a:gd name="connsiteY0-664" fmla="*/ 178677 h 4897821"/>
              <a:gd name="connsiteX1-665" fmla="*/ 2270234 w 4550979"/>
              <a:gd name="connsiteY1-666" fmla="*/ 0 h 4897821"/>
              <a:gd name="connsiteX2-667" fmla="*/ 2333296 w 4550979"/>
              <a:gd name="connsiteY2-668" fmla="*/ 1429406 h 4897821"/>
              <a:gd name="connsiteX3-669" fmla="*/ 1587062 w 4550979"/>
              <a:gd name="connsiteY3-670" fmla="*/ 1881352 h 4897821"/>
              <a:gd name="connsiteX4-671" fmla="*/ 1450427 w 4550979"/>
              <a:gd name="connsiteY4-672" fmla="*/ 2427889 h 4897821"/>
              <a:gd name="connsiteX5-673" fmla="*/ 3044396 w 4550979"/>
              <a:gd name="connsiteY5-674" fmla="*/ 2786743 h 4897821"/>
              <a:gd name="connsiteX6-675" fmla="*/ 3443339 w 4550979"/>
              <a:gd name="connsiteY6-676" fmla="*/ 2779385 h 4897821"/>
              <a:gd name="connsiteX7-677" fmla="*/ 3699641 w 4550979"/>
              <a:gd name="connsiteY7-678" fmla="*/ 2554013 h 4897821"/>
              <a:gd name="connsiteX8-679" fmla="*/ 3720662 w 4550979"/>
              <a:gd name="connsiteY8-680" fmla="*/ 2217683 h 4897821"/>
              <a:gd name="connsiteX9-681" fmla="*/ 3678621 w 4550979"/>
              <a:gd name="connsiteY9-682" fmla="*/ 2017986 h 4897821"/>
              <a:gd name="connsiteX10-683" fmla="*/ 3584027 w 4550979"/>
              <a:gd name="connsiteY10-684" fmla="*/ 1839310 h 4897821"/>
              <a:gd name="connsiteX11-685" fmla="*/ 3342289 w 4550979"/>
              <a:gd name="connsiteY11-686" fmla="*/ 1681655 h 4897821"/>
              <a:gd name="connsiteX12-687" fmla="*/ 4393324 w 4550979"/>
              <a:gd name="connsiteY12-688" fmla="*/ 1545021 h 4897821"/>
              <a:gd name="connsiteX13-689" fmla="*/ 4550979 w 4550979"/>
              <a:gd name="connsiteY13-690" fmla="*/ 2879834 h 4897821"/>
              <a:gd name="connsiteX14-691" fmla="*/ 4403834 w 4550979"/>
              <a:gd name="connsiteY14-692" fmla="*/ 4519448 h 4897821"/>
              <a:gd name="connsiteX15-693" fmla="*/ 3394841 w 4550979"/>
              <a:gd name="connsiteY15-694" fmla="*/ 4897821 h 4897821"/>
              <a:gd name="connsiteX16-695" fmla="*/ 0 w 4550979"/>
              <a:gd name="connsiteY16-696" fmla="*/ 4855779 h 4897821"/>
              <a:gd name="connsiteX17-697" fmla="*/ 21020 w 4550979"/>
              <a:gd name="connsiteY17-698" fmla="*/ 178677 h 4897821"/>
              <a:gd name="connsiteX0-699" fmla="*/ 21020 w 4550979"/>
              <a:gd name="connsiteY0-700" fmla="*/ 178677 h 4897821"/>
              <a:gd name="connsiteX1-701" fmla="*/ 2270234 w 4550979"/>
              <a:gd name="connsiteY1-702" fmla="*/ 0 h 4897821"/>
              <a:gd name="connsiteX2-703" fmla="*/ 2333296 w 4550979"/>
              <a:gd name="connsiteY2-704" fmla="*/ 1429406 h 4897821"/>
              <a:gd name="connsiteX3-705" fmla="*/ 1587062 w 4550979"/>
              <a:gd name="connsiteY3-706" fmla="*/ 1881352 h 4897821"/>
              <a:gd name="connsiteX4-707" fmla="*/ 1450427 w 4550979"/>
              <a:gd name="connsiteY4-708" fmla="*/ 2427889 h 4897821"/>
              <a:gd name="connsiteX5-709" fmla="*/ 3109710 w 4550979"/>
              <a:gd name="connsiteY5-710" fmla="*/ 2969623 h 4897821"/>
              <a:gd name="connsiteX6-711" fmla="*/ 3443339 w 4550979"/>
              <a:gd name="connsiteY6-712" fmla="*/ 2779385 h 4897821"/>
              <a:gd name="connsiteX7-713" fmla="*/ 3699641 w 4550979"/>
              <a:gd name="connsiteY7-714" fmla="*/ 2554013 h 4897821"/>
              <a:gd name="connsiteX8-715" fmla="*/ 3720662 w 4550979"/>
              <a:gd name="connsiteY8-716" fmla="*/ 2217683 h 4897821"/>
              <a:gd name="connsiteX9-717" fmla="*/ 3678621 w 4550979"/>
              <a:gd name="connsiteY9-718" fmla="*/ 2017986 h 4897821"/>
              <a:gd name="connsiteX10-719" fmla="*/ 3584027 w 4550979"/>
              <a:gd name="connsiteY10-720" fmla="*/ 1839310 h 4897821"/>
              <a:gd name="connsiteX11-721" fmla="*/ 3342289 w 4550979"/>
              <a:gd name="connsiteY11-722" fmla="*/ 1681655 h 4897821"/>
              <a:gd name="connsiteX12-723" fmla="*/ 4393324 w 4550979"/>
              <a:gd name="connsiteY12-724" fmla="*/ 1545021 h 4897821"/>
              <a:gd name="connsiteX13-725" fmla="*/ 4550979 w 4550979"/>
              <a:gd name="connsiteY13-726" fmla="*/ 2879834 h 4897821"/>
              <a:gd name="connsiteX14-727" fmla="*/ 4403834 w 4550979"/>
              <a:gd name="connsiteY14-728" fmla="*/ 4519448 h 4897821"/>
              <a:gd name="connsiteX15-729" fmla="*/ 3394841 w 4550979"/>
              <a:gd name="connsiteY15-730" fmla="*/ 4897821 h 4897821"/>
              <a:gd name="connsiteX16-731" fmla="*/ 0 w 4550979"/>
              <a:gd name="connsiteY16-732" fmla="*/ 4855779 h 4897821"/>
              <a:gd name="connsiteX17-733" fmla="*/ 21020 w 4550979"/>
              <a:gd name="connsiteY17-734" fmla="*/ 178677 h 4897821"/>
              <a:gd name="connsiteX0-735" fmla="*/ 21020 w 4550979"/>
              <a:gd name="connsiteY0-736" fmla="*/ 178677 h 4897821"/>
              <a:gd name="connsiteX1-737" fmla="*/ 2270234 w 4550979"/>
              <a:gd name="connsiteY1-738" fmla="*/ 0 h 4897821"/>
              <a:gd name="connsiteX2-739" fmla="*/ 2333296 w 4550979"/>
              <a:gd name="connsiteY2-740" fmla="*/ 1429406 h 4897821"/>
              <a:gd name="connsiteX3-741" fmla="*/ 1587062 w 4550979"/>
              <a:gd name="connsiteY3-742" fmla="*/ 1881352 h 4897821"/>
              <a:gd name="connsiteX4-743" fmla="*/ 1450427 w 4550979"/>
              <a:gd name="connsiteY4-744" fmla="*/ 2427889 h 4897821"/>
              <a:gd name="connsiteX5-745" fmla="*/ 3109710 w 4550979"/>
              <a:gd name="connsiteY5-746" fmla="*/ 2969623 h 4897821"/>
              <a:gd name="connsiteX6-747" fmla="*/ 3443339 w 4550979"/>
              <a:gd name="connsiteY6-748" fmla="*/ 2779385 h 4897821"/>
              <a:gd name="connsiteX7-749" fmla="*/ 3699641 w 4550979"/>
              <a:gd name="connsiteY7-750" fmla="*/ 2554013 h 4897821"/>
              <a:gd name="connsiteX8-751" fmla="*/ 3720662 w 4550979"/>
              <a:gd name="connsiteY8-752" fmla="*/ 2217683 h 4897821"/>
              <a:gd name="connsiteX9-753" fmla="*/ 3678621 w 4550979"/>
              <a:gd name="connsiteY9-754" fmla="*/ 2017986 h 4897821"/>
              <a:gd name="connsiteX10-755" fmla="*/ 3584027 w 4550979"/>
              <a:gd name="connsiteY10-756" fmla="*/ 1839310 h 4897821"/>
              <a:gd name="connsiteX11-757" fmla="*/ 3342289 w 4550979"/>
              <a:gd name="connsiteY11-758" fmla="*/ 1681655 h 4897821"/>
              <a:gd name="connsiteX12-759" fmla="*/ 4393324 w 4550979"/>
              <a:gd name="connsiteY12-760" fmla="*/ 1545021 h 4897821"/>
              <a:gd name="connsiteX13-761" fmla="*/ 4550979 w 4550979"/>
              <a:gd name="connsiteY13-762" fmla="*/ 2879834 h 4897821"/>
              <a:gd name="connsiteX14-763" fmla="*/ 4403834 w 4550979"/>
              <a:gd name="connsiteY14-764" fmla="*/ 4519448 h 4897821"/>
              <a:gd name="connsiteX15-765" fmla="*/ 3394841 w 4550979"/>
              <a:gd name="connsiteY15-766" fmla="*/ 4897821 h 4897821"/>
              <a:gd name="connsiteX16-767" fmla="*/ 0 w 4550979"/>
              <a:gd name="connsiteY16-768" fmla="*/ 4855779 h 4897821"/>
              <a:gd name="connsiteX17-769" fmla="*/ 21020 w 4550979"/>
              <a:gd name="connsiteY17-770" fmla="*/ 178677 h 4897821"/>
              <a:gd name="connsiteX0-771" fmla="*/ 21020 w 4550979"/>
              <a:gd name="connsiteY0-772" fmla="*/ 178677 h 4897821"/>
              <a:gd name="connsiteX1-773" fmla="*/ 2270234 w 4550979"/>
              <a:gd name="connsiteY1-774" fmla="*/ 0 h 4897821"/>
              <a:gd name="connsiteX2-775" fmla="*/ 2333296 w 4550979"/>
              <a:gd name="connsiteY2-776" fmla="*/ 1429406 h 4897821"/>
              <a:gd name="connsiteX3-777" fmla="*/ 1587062 w 4550979"/>
              <a:gd name="connsiteY3-778" fmla="*/ 1881352 h 4897821"/>
              <a:gd name="connsiteX4-779" fmla="*/ 1450427 w 4550979"/>
              <a:gd name="connsiteY4-780" fmla="*/ 2427889 h 4897821"/>
              <a:gd name="connsiteX5-781" fmla="*/ 3109710 w 4550979"/>
              <a:gd name="connsiteY5-782" fmla="*/ 2969623 h 4897821"/>
              <a:gd name="connsiteX6-783" fmla="*/ 3443339 w 4550979"/>
              <a:gd name="connsiteY6-784" fmla="*/ 2779385 h 4897821"/>
              <a:gd name="connsiteX7-785" fmla="*/ 3699641 w 4550979"/>
              <a:gd name="connsiteY7-786" fmla="*/ 2554013 h 4897821"/>
              <a:gd name="connsiteX8-787" fmla="*/ 3720662 w 4550979"/>
              <a:gd name="connsiteY8-788" fmla="*/ 2217683 h 4897821"/>
              <a:gd name="connsiteX9-789" fmla="*/ 3678621 w 4550979"/>
              <a:gd name="connsiteY9-790" fmla="*/ 2017986 h 4897821"/>
              <a:gd name="connsiteX10-791" fmla="*/ 3584027 w 4550979"/>
              <a:gd name="connsiteY10-792" fmla="*/ 1839310 h 4897821"/>
              <a:gd name="connsiteX11-793" fmla="*/ 3342289 w 4550979"/>
              <a:gd name="connsiteY11-794" fmla="*/ 1681655 h 4897821"/>
              <a:gd name="connsiteX12-795" fmla="*/ 4393324 w 4550979"/>
              <a:gd name="connsiteY12-796" fmla="*/ 1545021 h 4897821"/>
              <a:gd name="connsiteX13-797" fmla="*/ 4550979 w 4550979"/>
              <a:gd name="connsiteY13-798" fmla="*/ 2879834 h 4897821"/>
              <a:gd name="connsiteX14-799" fmla="*/ 4403834 w 4550979"/>
              <a:gd name="connsiteY14-800" fmla="*/ 4519448 h 4897821"/>
              <a:gd name="connsiteX15-801" fmla="*/ 3394841 w 4550979"/>
              <a:gd name="connsiteY15-802" fmla="*/ 4897821 h 4897821"/>
              <a:gd name="connsiteX16-803" fmla="*/ 0 w 4550979"/>
              <a:gd name="connsiteY16-804" fmla="*/ 4855779 h 4897821"/>
              <a:gd name="connsiteX17-805" fmla="*/ 21020 w 4550979"/>
              <a:gd name="connsiteY17-806" fmla="*/ 178677 h 4897821"/>
              <a:gd name="connsiteX0-807" fmla="*/ 21020 w 4550979"/>
              <a:gd name="connsiteY0-808" fmla="*/ 178677 h 4897821"/>
              <a:gd name="connsiteX1-809" fmla="*/ 2270234 w 4550979"/>
              <a:gd name="connsiteY1-810" fmla="*/ 0 h 4897821"/>
              <a:gd name="connsiteX2-811" fmla="*/ 2333296 w 4550979"/>
              <a:gd name="connsiteY2-812" fmla="*/ 1429406 h 4897821"/>
              <a:gd name="connsiteX3-813" fmla="*/ 1587062 w 4550979"/>
              <a:gd name="connsiteY3-814" fmla="*/ 1881352 h 4897821"/>
              <a:gd name="connsiteX4-815" fmla="*/ 1450427 w 4550979"/>
              <a:gd name="connsiteY4-816" fmla="*/ 2427889 h 4897821"/>
              <a:gd name="connsiteX5-817" fmla="*/ 3109710 w 4550979"/>
              <a:gd name="connsiteY5-818" fmla="*/ 2969623 h 4897821"/>
              <a:gd name="connsiteX6-819" fmla="*/ 3447693 w 4550979"/>
              <a:gd name="connsiteY6-820" fmla="*/ 2801156 h 4897821"/>
              <a:gd name="connsiteX7-821" fmla="*/ 3699641 w 4550979"/>
              <a:gd name="connsiteY7-822" fmla="*/ 2554013 h 4897821"/>
              <a:gd name="connsiteX8-823" fmla="*/ 3720662 w 4550979"/>
              <a:gd name="connsiteY8-824" fmla="*/ 2217683 h 4897821"/>
              <a:gd name="connsiteX9-825" fmla="*/ 3678621 w 4550979"/>
              <a:gd name="connsiteY9-826" fmla="*/ 2017986 h 4897821"/>
              <a:gd name="connsiteX10-827" fmla="*/ 3584027 w 4550979"/>
              <a:gd name="connsiteY10-828" fmla="*/ 1839310 h 4897821"/>
              <a:gd name="connsiteX11-829" fmla="*/ 3342289 w 4550979"/>
              <a:gd name="connsiteY11-830" fmla="*/ 1681655 h 4897821"/>
              <a:gd name="connsiteX12-831" fmla="*/ 4393324 w 4550979"/>
              <a:gd name="connsiteY12-832" fmla="*/ 1545021 h 4897821"/>
              <a:gd name="connsiteX13-833" fmla="*/ 4550979 w 4550979"/>
              <a:gd name="connsiteY13-834" fmla="*/ 2879834 h 4897821"/>
              <a:gd name="connsiteX14-835" fmla="*/ 4403834 w 4550979"/>
              <a:gd name="connsiteY14-836" fmla="*/ 4519448 h 4897821"/>
              <a:gd name="connsiteX15-837" fmla="*/ 3394841 w 4550979"/>
              <a:gd name="connsiteY15-838" fmla="*/ 4897821 h 4897821"/>
              <a:gd name="connsiteX16-839" fmla="*/ 0 w 4550979"/>
              <a:gd name="connsiteY16-840" fmla="*/ 4855779 h 4897821"/>
              <a:gd name="connsiteX17-841" fmla="*/ 21020 w 4550979"/>
              <a:gd name="connsiteY17-842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MS PGothic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/>
          <p:cNvSpPr/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56" name="Freeform 6"/>
          <p:cNvSpPr/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3" name="Freeform 91"/>
          <p:cNvSpPr/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4" name="Freeform 92"/>
          <p:cNvSpPr/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5" name="Freeform 93"/>
          <p:cNvSpPr/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6" name="Freeform 94"/>
          <p:cNvSpPr/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7" name="Freeform 95"/>
          <p:cNvSpPr/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8" name="Freeform 96"/>
          <p:cNvSpPr/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/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</a:p>
          </p:txBody>
        </p:sp>
        <p:sp>
          <p:nvSpPr>
            <p:cNvPr id="570" name="Text Box 101"/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</p:txBody>
        </p:sp>
        <p:sp>
          <p:nvSpPr>
            <p:cNvPr id="571" name="Text Box 102"/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</a:p>
          </p:txBody>
        </p:sp>
      </p:grpSp>
      <p:sp>
        <p:nvSpPr>
          <p:cNvPr id="574" name="Line 107"/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/>
            <p:cNvGrpSpPr/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/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4" name="Line 99"/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5" name="Rectangle 104"/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6" name="Text Box 105"/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0111</a:t>
                </a:r>
              </a:p>
            </p:txBody>
          </p:sp>
        </p:grpSp>
        <p:sp>
          <p:nvSpPr>
            <p:cNvPr id="573" name="Text Box 106"/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75" name="Line 119"/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/>
            <p:cNvSpPr/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1" name="Group 126"/>
            <p:cNvGrpSpPr/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6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7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8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9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0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1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/>
            <p:cNvSpPr/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2" name="Group 134"/>
            <p:cNvGrpSpPr/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9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0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1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2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3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4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/>
            <p:cNvSpPr/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1" name="Rectangle 143"/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2" name="Oval 144"/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3" name="Rectangle 145"/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Line 146"/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Line 147"/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6" name="Line 148"/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7" name="AutoShape 149"/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/>
            <p:cNvSpPr/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-1" fmla="*/ 0 w 10175"/>
                <a:gd name="connsiteY0-2" fmla="*/ 9 h 10559"/>
                <a:gd name="connsiteX1-3" fmla="*/ 7574 w 10175"/>
                <a:gd name="connsiteY1-4" fmla="*/ 10364 h 10559"/>
                <a:gd name="connsiteX2-5" fmla="*/ 9265 w 10175"/>
                <a:gd name="connsiteY2-6" fmla="*/ 10438 h 10559"/>
                <a:gd name="connsiteX3-7" fmla="*/ 10175 w 10175"/>
                <a:gd name="connsiteY3-8" fmla="*/ 0 h 10559"/>
                <a:gd name="connsiteX4-9" fmla="*/ 0 w 10175"/>
                <a:gd name="connsiteY4-10" fmla="*/ 9 h 105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4" name="Group 150"/>
            <p:cNvGrpSpPr/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5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6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7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8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9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0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/>
            <p:cNvSpPr/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5" name="Group 158"/>
            <p:cNvGrpSpPr/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8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9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0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1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2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3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68" name="Group 767"/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/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/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/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/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/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/>
            <p:cNvSpPr/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-1" fmla="*/ 0 w 10000"/>
                <a:gd name="connsiteY0-2" fmla="*/ 0 h 9095"/>
                <a:gd name="connsiteX1-3" fmla="*/ 3718 w 10000"/>
                <a:gd name="connsiteY1-4" fmla="*/ 9037 h 9095"/>
                <a:gd name="connsiteX2-5" fmla="*/ 5712 w 10000"/>
                <a:gd name="connsiteY2-6" fmla="*/ 8929 h 9095"/>
                <a:gd name="connsiteX3-7" fmla="*/ 10000 w 10000"/>
                <a:gd name="connsiteY3-8" fmla="*/ 63 h 9095"/>
                <a:gd name="connsiteX4-9" fmla="*/ 0 w 10000"/>
                <a:gd name="connsiteY4-10" fmla="*/ 0 h 9095"/>
                <a:gd name="connsiteX0-11" fmla="*/ 0 w 10000"/>
                <a:gd name="connsiteY0-12" fmla="*/ 0 h 10000"/>
                <a:gd name="connsiteX1-13" fmla="*/ 3718 w 10000"/>
                <a:gd name="connsiteY1-14" fmla="*/ 9936 h 10000"/>
                <a:gd name="connsiteX2-15" fmla="*/ 5712 w 10000"/>
                <a:gd name="connsiteY2-16" fmla="*/ 9817 h 10000"/>
                <a:gd name="connsiteX3-17" fmla="*/ 10000 w 10000"/>
                <a:gd name="connsiteY3-18" fmla="*/ 69 h 10000"/>
                <a:gd name="connsiteX4-19" fmla="*/ 0 w 10000"/>
                <a:gd name="connsiteY4-20" fmla="*/ 0 h 10000"/>
                <a:gd name="connsiteX0-21" fmla="*/ 0 w 10000"/>
                <a:gd name="connsiteY0-22" fmla="*/ 0 h 10000"/>
                <a:gd name="connsiteX1-23" fmla="*/ 3718 w 10000"/>
                <a:gd name="connsiteY1-24" fmla="*/ 9936 h 10000"/>
                <a:gd name="connsiteX2-25" fmla="*/ 5712 w 10000"/>
                <a:gd name="connsiteY2-26" fmla="*/ 9817 h 10000"/>
                <a:gd name="connsiteX3-27" fmla="*/ 10000 w 10000"/>
                <a:gd name="connsiteY3-28" fmla="*/ 69 h 10000"/>
                <a:gd name="connsiteX4-29" fmla="*/ 0 w 10000"/>
                <a:gd name="connsiteY4-30" fmla="*/ 0 h 10000"/>
                <a:gd name="connsiteX0-31" fmla="*/ 0 w 10000"/>
                <a:gd name="connsiteY0-32" fmla="*/ 0 h 10000"/>
                <a:gd name="connsiteX1-33" fmla="*/ 3718 w 10000"/>
                <a:gd name="connsiteY1-34" fmla="*/ 9936 h 10000"/>
                <a:gd name="connsiteX2-35" fmla="*/ 5712 w 10000"/>
                <a:gd name="connsiteY2-36" fmla="*/ 9817 h 10000"/>
                <a:gd name="connsiteX3-37" fmla="*/ 10000 w 10000"/>
                <a:gd name="connsiteY3-38" fmla="*/ 69 h 10000"/>
                <a:gd name="connsiteX4-39" fmla="*/ 0 w 10000"/>
                <a:gd name="connsiteY4-40" fmla="*/ 0 h 10000"/>
                <a:gd name="connsiteX0-41" fmla="*/ 0 w 10000"/>
                <a:gd name="connsiteY0-42" fmla="*/ 0 h 10000"/>
                <a:gd name="connsiteX1-43" fmla="*/ 3718 w 10000"/>
                <a:gd name="connsiteY1-44" fmla="*/ 9936 h 10000"/>
                <a:gd name="connsiteX2-45" fmla="*/ 5712 w 10000"/>
                <a:gd name="connsiteY2-46" fmla="*/ 9817 h 10000"/>
                <a:gd name="connsiteX3-47" fmla="*/ 10000 w 10000"/>
                <a:gd name="connsiteY3-48" fmla="*/ 69 h 10000"/>
                <a:gd name="connsiteX4-49" fmla="*/ 0 w 10000"/>
                <a:gd name="connsiteY4-50" fmla="*/ 0 h 10000"/>
                <a:gd name="connsiteX0-51" fmla="*/ 0 w 8989"/>
                <a:gd name="connsiteY0-52" fmla="*/ 0 h 11618"/>
                <a:gd name="connsiteX1-53" fmla="*/ 2707 w 8989"/>
                <a:gd name="connsiteY1-54" fmla="*/ 11554 h 11618"/>
                <a:gd name="connsiteX2-55" fmla="*/ 4701 w 8989"/>
                <a:gd name="connsiteY2-56" fmla="*/ 11435 h 11618"/>
                <a:gd name="connsiteX3-57" fmla="*/ 8989 w 8989"/>
                <a:gd name="connsiteY3-58" fmla="*/ 1687 h 11618"/>
                <a:gd name="connsiteX4-59" fmla="*/ 0 w 8989"/>
                <a:gd name="connsiteY4-60" fmla="*/ 0 h 11618"/>
                <a:gd name="connsiteX0-61" fmla="*/ 0 w 9888"/>
                <a:gd name="connsiteY0-62" fmla="*/ 115 h 10115"/>
                <a:gd name="connsiteX1-63" fmla="*/ 3011 w 9888"/>
                <a:gd name="connsiteY1-64" fmla="*/ 10060 h 10115"/>
                <a:gd name="connsiteX2-65" fmla="*/ 5230 w 9888"/>
                <a:gd name="connsiteY2-66" fmla="*/ 9957 h 10115"/>
                <a:gd name="connsiteX3-67" fmla="*/ 9888 w 9888"/>
                <a:gd name="connsiteY3-68" fmla="*/ 0 h 10115"/>
                <a:gd name="connsiteX4-69" fmla="*/ 0 w 9888"/>
                <a:gd name="connsiteY4-70" fmla="*/ 115 h 10115"/>
                <a:gd name="connsiteX0-71" fmla="*/ 0 w 9829"/>
                <a:gd name="connsiteY0-72" fmla="*/ 0 h 10833"/>
                <a:gd name="connsiteX1-73" fmla="*/ 2874 w 9829"/>
                <a:gd name="connsiteY1-74" fmla="*/ 10779 h 10833"/>
                <a:gd name="connsiteX2-75" fmla="*/ 5118 w 9829"/>
                <a:gd name="connsiteY2-76" fmla="*/ 10677 h 10833"/>
                <a:gd name="connsiteX3-77" fmla="*/ 9829 w 9829"/>
                <a:gd name="connsiteY3-78" fmla="*/ 833 h 10833"/>
                <a:gd name="connsiteX4-79" fmla="*/ 0 w 9829"/>
                <a:gd name="connsiteY4-80" fmla="*/ 0 h 10833"/>
                <a:gd name="connsiteX0-81" fmla="*/ 0 w 10289"/>
                <a:gd name="connsiteY0-82" fmla="*/ 0 h 10000"/>
                <a:gd name="connsiteX1-83" fmla="*/ 2924 w 10289"/>
                <a:gd name="connsiteY1-84" fmla="*/ 9950 h 10000"/>
                <a:gd name="connsiteX2-85" fmla="*/ 5207 w 10289"/>
                <a:gd name="connsiteY2-86" fmla="*/ 9856 h 10000"/>
                <a:gd name="connsiteX3-87" fmla="*/ 10289 w 10289"/>
                <a:gd name="connsiteY3-88" fmla="*/ 54 h 10000"/>
                <a:gd name="connsiteX4-89" fmla="*/ 0 w 10289"/>
                <a:gd name="connsiteY4-90" fmla="*/ 0 h 10000"/>
                <a:gd name="connsiteX0-91" fmla="*/ 0 w 10289"/>
                <a:gd name="connsiteY0-92" fmla="*/ 0 h 10953"/>
                <a:gd name="connsiteX1-93" fmla="*/ 2924 w 10289"/>
                <a:gd name="connsiteY1-94" fmla="*/ 9950 h 10953"/>
                <a:gd name="connsiteX2-95" fmla="*/ 3723 w 10289"/>
                <a:gd name="connsiteY2-96" fmla="*/ 10695 h 10953"/>
                <a:gd name="connsiteX3-97" fmla="*/ 5207 w 10289"/>
                <a:gd name="connsiteY3-98" fmla="*/ 9856 h 10953"/>
                <a:gd name="connsiteX4-99" fmla="*/ 10289 w 10289"/>
                <a:gd name="connsiteY4-100" fmla="*/ 54 h 10953"/>
                <a:gd name="connsiteX5" fmla="*/ 0 w 10289"/>
                <a:gd name="connsiteY5" fmla="*/ 0 h 10953"/>
                <a:gd name="connsiteX0-101" fmla="*/ 0 w 10289"/>
                <a:gd name="connsiteY0-102" fmla="*/ 0 h 11138"/>
                <a:gd name="connsiteX1-103" fmla="*/ 2924 w 10289"/>
                <a:gd name="connsiteY1-104" fmla="*/ 9950 h 11138"/>
                <a:gd name="connsiteX2-105" fmla="*/ 5207 w 10289"/>
                <a:gd name="connsiteY2-106" fmla="*/ 9856 h 11138"/>
                <a:gd name="connsiteX3-107" fmla="*/ 10289 w 10289"/>
                <a:gd name="connsiteY3-108" fmla="*/ 54 h 11138"/>
                <a:gd name="connsiteX4-109" fmla="*/ 0 w 10289"/>
                <a:gd name="connsiteY4-110" fmla="*/ 0 h 11138"/>
                <a:gd name="connsiteX0-111" fmla="*/ 0 w 10289"/>
                <a:gd name="connsiteY0-112" fmla="*/ 0 h 10669"/>
                <a:gd name="connsiteX1-113" fmla="*/ 2924 w 10289"/>
                <a:gd name="connsiteY1-114" fmla="*/ 9950 h 10669"/>
                <a:gd name="connsiteX2-115" fmla="*/ 5207 w 10289"/>
                <a:gd name="connsiteY2-116" fmla="*/ 9856 h 10669"/>
                <a:gd name="connsiteX3-117" fmla="*/ 10289 w 10289"/>
                <a:gd name="connsiteY3-118" fmla="*/ 54 h 10669"/>
                <a:gd name="connsiteX4-119" fmla="*/ 0 w 10289"/>
                <a:gd name="connsiteY4-120" fmla="*/ 0 h 10669"/>
                <a:gd name="connsiteX0-121" fmla="*/ 0 w 10289"/>
                <a:gd name="connsiteY0-122" fmla="*/ 0 h 10734"/>
                <a:gd name="connsiteX1-123" fmla="*/ 2924 w 10289"/>
                <a:gd name="connsiteY1-124" fmla="*/ 9950 h 10734"/>
                <a:gd name="connsiteX2-125" fmla="*/ 4455 w 10289"/>
                <a:gd name="connsiteY2-126" fmla="*/ 10094 h 10734"/>
                <a:gd name="connsiteX3-127" fmla="*/ 10289 w 10289"/>
                <a:gd name="connsiteY3-128" fmla="*/ 54 h 10734"/>
                <a:gd name="connsiteX4-129" fmla="*/ 0 w 10289"/>
                <a:gd name="connsiteY4-130" fmla="*/ 0 h 10734"/>
                <a:gd name="connsiteX0-131" fmla="*/ 0 w 10289"/>
                <a:gd name="connsiteY0-132" fmla="*/ 0 h 10107"/>
                <a:gd name="connsiteX1-133" fmla="*/ 2924 w 10289"/>
                <a:gd name="connsiteY1-134" fmla="*/ 9950 h 10107"/>
                <a:gd name="connsiteX2-135" fmla="*/ 4455 w 10289"/>
                <a:gd name="connsiteY2-136" fmla="*/ 10094 h 10107"/>
                <a:gd name="connsiteX3-137" fmla="*/ 10289 w 10289"/>
                <a:gd name="connsiteY3-138" fmla="*/ 54 h 10107"/>
                <a:gd name="connsiteX4-139" fmla="*/ 0 w 10289"/>
                <a:gd name="connsiteY4-140" fmla="*/ 0 h 10107"/>
                <a:gd name="connsiteX0-141" fmla="*/ 0 w 10289"/>
                <a:gd name="connsiteY0-142" fmla="*/ 0 h 10107"/>
                <a:gd name="connsiteX1-143" fmla="*/ 2924 w 10289"/>
                <a:gd name="connsiteY1-144" fmla="*/ 9950 h 10107"/>
                <a:gd name="connsiteX2-145" fmla="*/ 4455 w 10289"/>
                <a:gd name="connsiteY2-146" fmla="*/ 10094 h 10107"/>
                <a:gd name="connsiteX3-147" fmla="*/ 10289 w 10289"/>
                <a:gd name="connsiteY3-148" fmla="*/ 54 h 10107"/>
                <a:gd name="connsiteX4-149" fmla="*/ 0 w 10289"/>
                <a:gd name="connsiteY4-150" fmla="*/ 0 h 10107"/>
                <a:gd name="connsiteX0-151" fmla="*/ 0 w 10289"/>
                <a:gd name="connsiteY0-152" fmla="*/ 0 h 10107"/>
                <a:gd name="connsiteX1-153" fmla="*/ 2924 w 10289"/>
                <a:gd name="connsiteY1-154" fmla="*/ 9950 h 10107"/>
                <a:gd name="connsiteX2-155" fmla="*/ 4455 w 10289"/>
                <a:gd name="connsiteY2-156" fmla="*/ 10094 h 10107"/>
                <a:gd name="connsiteX3-157" fmla="*/ 10289 w 10289"/>
                <a:gd name="connsiteY3-158" fmla="*/ 54 h 10107"/>
                <a:gd name="connsiteX4-159" fmla="*/ 0 w 10289"/>
                <a:gd name="connsiteY4-160" fmla="*/ 0 h 10107"/>
                <a:gd name="connsiteX0-161" fmla="*/ 0 w 10289"/>
                <a:gd name="connsiteY0-162" fmla="*/ 0 h 9960"/>
                <a:gd name="connsiteX1-163" fmla="*/ 2924 w 10289"/>
                <a:gd name="connsiteY1-164" fmla="*/ 9950 h 9960"/>
                <a:gd name="connsiteX2-165" fmla="*/ 4166 w 10289"/>
                <a:gd name="connsiteY2-166" fmla="*/ 9776 h 9960"/>
                <a:gd name="connsiteX3-167" fmla="*/ 10289 w 10289"/>
                <a:gd name="connsiteY3-168" fmla="*/ 54 h 9960"/>
                <a:gd name="connsiteX4-169" fmla="*/ 0 w 10289"/>
                <a:gd name="connsiteY4-170" fmla="*/ 0 h 9960"/>
                <a:gd name="connsiteX0-171" fmla="*/ 0 w 10000"/>
                <a:gd name="connsiteY0-172" fmla="*/ 0 h 10000"/>
                <a:gd name="connsiteX1-173" fmla="*/ 2842 w 10000"/>
                <a:gd name="connsiteY1-174" fmla="*/ 9990 h 10000"/>
                <a:gd name="connsiteX2-175" fmla="*/ 4049 w 10000"/>
                <a:gd name="connsiteY2-176" fmla="*/ 9815 h 10000"/>
                <a:gd name="connsiteX3-177" fmla="*/ 10000 w 10000"/>
                <a:gd name="connsiteY3-178" fmla="*/ 54 h 10000"/>
                <a:gd name="connsiteX4-179" fmla="*/ 0 w 10000"/>
                <a:gd name="connsiteY4-180" fmla="*/ 0 h 10000"/>
                <a:gd name="connsiteX0-181" fmla="*/ 0 w 10000"/>
                <a:gd name="connsiteY0-182" fmla="*/ 0 h 10400"/>
                <a:gd name="connsiteX1-183" fmla="*/ 2740 w 10000"/>
                <a:gd name="connsiteY1-184" fmla="*/ 10397 h 10400"/>
                <a:gd name="connsiteX2-185" fmla="*/ 4049 w 10000"/>
                <a:gd name="connsiteY2-186" fmla="*/ 9815 h 10400"/>
                <a:gd name="connsiteX3-187" fmla="*/ 10000 w 10000"/>
                <a:gd name="connsiteY3-188" fmla="*/ 54 h 10400"/>
                <a:gd name="connsiteX4-189" fmla="*/ 0 w 10000"/>
                <a:gd name="connsiteY4-190" fmla="*/ 0 h 10400"/>
                <a:gd name="connsiteX0-191" fmla="*/ 0 w 10000"/>
                <a:gd name="connsiteY0-192" fmla="*/ 0 h 10419"/>
                <a:gd name="connsiteX1-193" fmla="*/ 2740 w 10000"/>
                <a:gd name="connsiteY1-194" fmla="*/ 10397 h 10419"/>
                <a:gd name="connsiteX2-195" fmla="*/ 3599 w 10000"/>
                <a:gd name="connsiteY2-196" fmla="*/ 10338 h 10419"/>
                <a:gd name="connsiteX3-197" fmla="*/ 10000 w 10000"/>
                <a:gd name="connsiteY3-198" fmla="*/ 54 h 10419"/>
                <a:gd name="connsiteX4-199" fmla="*/ 0 w 10000"/>
                <a:gd name="connsiteY4-200" fmla="*/ 0 h 10419"/>
                <a:gd name="connsiteX0-201" fmla="*/ 0 w 10000"/>
                <a:gd name="connsiteY0-202" fmla="*/ 0 h 10397"/>
                <a:gd name="connsiteX1-203" fmla="*/ 2740 w 10000"/>
                <a:gd name="connsiteY1-204" fmla="*/ 10397 h 10397"/>
                <a:gd name="connsiteX2-205" fmla="*/ 3599 w 10000"/>
                <a:gd name="connsiteY2-206" fmla="*/ 10338 h 10397"/>
                <a:gd name="connsiteX3-207" fmla="*/ 10000 w 10000"/>
                <a:gd name="connsiteY3-208" fmla="*/ 54 h 10397"/>
                <a:gd name="connsiteX4-209" fmla="*/ 0 w 10000"/>
                <a:gd name="connsiteY4-210" fmla="*/ 0 h 10397"/>
                <a:gd name="connsiteX0-211" fmla="*/ 0 w 10614"/>
                <a:gd name="connsiteY0-212" fmla="*/ 0 h 10397"/>
                <a:gd name="connsiteX1-213" fmla="*/ 2740 w 10614"/>
                <a:gd name="connsiteY1-214" fmla="*/ 10397 h 10397"/>
                <a:gd name="connsiteX2-215" fmla="*/ 3599 w 10614"/>
                <a:gd name="connsiteY2-216" fmla="*/ 10338 h 10397"/>
                <a:gd name="connsiteX3-217" fmla="*/ 10614 w 10614"/>
                <a:gd name="connsiteY3-218" fmla="*/ 112 h 10397"/>
                <a:gd name="connsiteX4-219" fmla="*/ 0 w 10614"/>
                <a:gd name="connsiteY4-220" fmla="*/ 0 h 10397"/>
                <a:gd name="connsiteX0-221" fmla="*/ 0 w 10614"/>
                <a:gd name="connsiteY0-222" fmla="*/ 0 h 10397"/>
                <a:gd name="connsiteX1-223" fmla="*/ 2740 w 10614"/>
                <a:gd name="connsiteY1-224" fmla="*/ 10397 h 10397"/>
                <a:gd name="connsiteX2-225" fmla="*/ 3599 w 10614"/>
                <a:gd name="connsiteY2-226" fmla="*/ 10338 h 10397"/>
                <a:gd name="connsiteX3-227" fmla="*/ 10614 w 10614"/>
                <a:gd name="connsiteY3-228" fmla="*/ 112 h 10397"/>
                <a:gd name="connsiteX4-229" fmla="*/ 0 w 10614"/>
                <a:gd name="connsiteY4-230" fmla="*/ 0 h 10397"/>
                <a:gd name="connsiteX0-231" fmla="*/ 0 w 10675"/>
                <a:gd name="connsiteY0-232" fmla="*/ 0 h 10310"/>
                <a:gd name="connsiteX1-233" fmla="*/ 2801 w 10675"/>
                <a:gd name="connsiteY1-234" fmla="*/ 10310 h 10310"/>
                <a:gd name="connsiteX2-235" fmla="*/ 3660 w 10675"/>
                <a:gd name="connsiteY2-236" fmla="*/ 10251 h 10310"/>
                <a:gd name="connsiteX3-237" fmla="*/ 10675 w 10675"/>
                <a:gd name="connsiteY3-238" fmla="*/ 25 h 10310"/>
                <a:gd name="connsiteX4-239" fmla="*/ 0 w 10675"/>
                <a:gd name="connsiteY4-240" fmla="*/ 0 h 10310"/>
                <a:gd name="connsiteX0-241" fmla="*/ 0 w 6741"/>
                <a:gd name="connsiteY0-242" fmla="*/ 0 h 15505"/>
                <a:gd name="connsiteX1-243" fmla="*/ 2801 w 6741"/>
                <a:gd name="connsiteY1-244" fmla="*/ 10310 h 15505"/>
                <a:gd name="connsiteX2-245" fmla="*/ 3660 w 6741"/>
                <a:gd name="connsiteY2-246" fmla="*/ 10251 h 15505"/>
                <a:gd name="connsiteX3-247" fmla="*/ 6741 w 6741"/>
                <a:gd name="connsiteY3-248" fmla="*/ 14932 h 15505"/>
                <a:gd name="connsiteX4-249" fmla="*/ 0 w 6741"/>
                <a:gd name="connsiteY4-250" fmla="*/ 0 h 15505"/>
                <a:gd name="connsiteX0-251" fmla="*/ 5612 w 7164"/>
                <a:gd name="connsiteY0-252" fmla="*/ 0 h 10410"/>
                <a:gd name="connsiteX1-253" fmla="*/ 13 w 7164"/>
                <a:gd name="connsiteY1-254" fmla="*/ 7060 h 10410"/>
                <a:gd name="connsiteX2-255" fmla="*/ 1287 w 7164"/>
                <a:gd name="connsiteY2-256" fmla="*/ 7022 h 10410"/>
                <a:gd name="connsiteX3-257" fmla="*/ 5858 w 7164"/>
                <a:gd name="connsiteY3-258" fmla="*/ 10041 h 10410"/>
                <a:gd name="connsiteX4-259" fmla="*/ 5612 w 7164"/>
                <a:gd name="connsiteY4-260" fmla="*/ 0 h 10410"/>
                <a:gd name="connsiteX0-261" fmla="*/ 7932 w 10098"/>
                <a:gd name="connsiteY0-262" fmla="*/ 0 h 10001"/>
                <a:gd name="connsiteX1-263" fmla="*/ 116 w 10098"/>
                <a:gd name="connsiteY1-264" fmla="*/ 6782 h 10001"/>
                <a:gd name="connsiteX2-265" fmla="*/ 1894 w 10098"/>
                <a:gd name="connsiteY2-266" fmla="*/ 6745 h 10001"/>
                <a:gd name="connsiteX3-267" fmla="*/ 8275 w 10098"/>
                <a:gd name="connsiteY3-268" fmla="*/ 9646 h 10001"/>
                <a:gd name="connsiteX4-269" fmla="*/ 7932 w 10098"/>
                <a:gd name="connsiteY4-270" fmla="*/ 0 h 10001"/>
                <a:gd name="connsiteX0-271" fmla="*/ 7932 w 11399"/>
                <a:gd name="connsiteY0-272" fmla="*/ 0 h 10001"/>
                <a:gd name="connsiteX1-273" fmla="*/ 116 w 11399"/>
                <a:gd name="connsiteY1-274" fmla="*/ 6782 h 10001"/>
                <a:gd name="connsiteX2-275" fmla="*/ 1894 w 11399"/>
                <a:gd name="connsiteY2-276" fmla="*/ 6745 h 10001"/>
                <a:gd name="connsiteX3-277" fmla="*/ 8275 w 11399"/>
                <a:gd name="connsiteY3-278" fmla="*/ 9646 h 10001"/>
                <a:gd name="connsiteX4-279" fmla="*/ 7932 w 11399"/>
                <a:gd name="connsiteY4-280" fmla="*/ 0 h 10001"/>
                <a:gd name="connsiteX0-281" fmla="*/ 7932 w 8463"/>
                <a:gd name="connsiteY0-282" fmla="*/ 0 h 10001"/>
                <a:gd name="connsiteX1-283" fmla="*/ 116 w 8463"/>
                <a:gd name="connsiteY1-284" fmla="*/ 6782 h 10001"/>
                <a:gd name="connsiteX2-285" fmla="*/ 1894 w 8463"/>
                <a:gd name="connsiteY2-286" fmla="*/ 6745 h 10001"/>
                <a:gd name="connsiteX3-287" fmla="*/ 8275 w 8463"/>
                <a:gd name="connsiteY3-288" fmla="*/ 9646 h 10001"/>
                <a:gd name="connsiteX4-289" fmla="*/ 7932 w 8463"/>
                <a:gd name="connsiteY4-290" fmla="*/ 0 h 10001"/>
                <a:gd name="connsiteX0-291" fmla="*/ 10170 w 10376"/>
                <a:gd name="connsiteY0-292" fmla="*/ 0 h 9753"/>
                <a:gd name="connsiteX1-293" fmla="*/ 109 w 10376"/>
                <a:gd name="connsiteY1-294" fmla="*/ 6534 h 9753"/>
                <a:gd name="connsiteX2-295" fmla="*/ 2210 w 10376"/>
                <a:gd name="connsiteY2-296" fmla="*/ 6497 h 9753"/>
                <a:gd name="connsiteX3-297" fmla="*/ 9750 w 10376"/>
                <a:gd name="connsiteY3-298" fmla="*/ 9398 h 9753"/>
                <a:gd name="connsiteX4-299" fmla="*/ 10170 w 10376"/>
                <a:gd name="connsiteY4-300" fmla="*/ 0 h 9753"/>
                <a:gd name="connsiteX0-301" fmla="*/ 9801 w 9999"/>
                <a:gd name="connsiteY0-302" fmla="*/ 0 h 9636"/>
                <a:gd name="connsiteX1-303" fmla="*/ 105 w 9999"/>
                <a:gd name="connsiteY1-304" fmla="*/ 6699 h 9636"/>
                <a:gd name="connsiteX2-305" fmla="*/ 2130 w 9999"/>
                <a:gd name="connsiteY2-306" fmla="*/ 6662 h 9636"/>
                <a:gd name="connsiteX3-307" fmla="*/ 9397 w 9999"/>
                <a:gd name="connsiteY3-308" fmla="*/ 9636 h 9636"/>
                <a:gd name="connsiteX4-309" fmla="*/ 9801 w 9999"/>
                <a:gd name="connsiteY4-310" fmla="*/ 0 h 9636"/>
                <a:gd name="connsiteX0-311" fmla="*/ 9802 w 10000"/>
                <a:gd name="connsiteY0-312" fmla="*/ 0 h 10000"/>
                <a:gd name="connsiteX1-313" fmla="*/ 105 w 10000"/>
                <a:gd name="connsiteY1-314" fmla="*/ 6952 h 10000"/>
                <a:gd name="connsiteX2-315" fmla="*/ 2130 w 10000"/>
                <a:gd name="connsiteY2-316" fmla="*/ 6914 h 10000"/>
                <a:gd name="connsiteX3-317" fmla="*/ 9398 w 10000"/>
                <a:gd name="connsiteY3-318" fmla="*/ 10000 h 10000"/>
                <a:gd name="connsiteX4-319" fmla="*/ 9802 w 10000"/>
                <a:gd name="connsiteY4-320" fmla="*/ 0 h 10000"/>
                <a:gd name="connsiteX0-321" fmla="*/ 9697 w 9895"/>
                <a:gd name="connsiteY0-322" fmla="*/ 0 h 10000"/>
                <a:gd name="connsiteX1-323" fmla="*/ 0 w 9895"/>
                <a:gd name="connsiteY1-324" fmla="*/ 6952 h 10000"/>
                <a:gd name="connsiteX2-325" fmla="*/ 2025 w 9895"/>
                <a:gd name="connsiteY2-326" fmla="*/ 6914 h 10000"/>
                <a:gd name="connsiteX3-327" fmla="*/ 9293 w 9895"/>
                <a:gd name="connsiteY3-328" fmla="*/ 10000 h 10000"/>
                <a:gd name="connsiteX4-329" fmla="*/ 9697 w 9895"/>
                <a:gd name="connsiteY4-330" fmla="*/ 0 h 10000"/>
                <a:gd name="connsiteX0-331" fmla="*/ 9800 w 10001"/>
                <a:gd name="connsiteY0-332" fmla="*/ 0 h 10000"/>
                <a:gd name="connsiteX1-333" fmla="*/ 0 w 10001"/>
                <a:gd name="connsiteY1-334" fmla="*/ 6952 h 10000"/>
                <a:gd name="connsiteX2-335" fmla="*/ 2314 w 10001"/>
                <a:gd name="connsiteY2-336" fmla="*/ 7860 h 10000"/>
                <a:gd name="connsiteX3-337" fmla="*/ 9392 w 10001"/>
                <a:gd name="connsiteY3-338" fmla="*/ 10000 h 10000"/>
                <a:gd name="connsiteX4-339" fmla="*/ 9800 w 10001"/>
                <a:gd name="connsiteY4-340" fmla="*/ 0 h 10000"/>
                <a:gd name="connsiteX0-341" fmla="*/ 9800 w 10001"/>
                <a:gd name="connsiteY0-342" fmla="*/ 0 h 10000"/>
                <a:gd name="connsiteX1-343" fmla="*/ 0 w 10001"/>
                <a:gd name="connsiteY1-344" fmla="*/ 6952 h 10000"/>
                <a:gd name="connsiteX2-345" fmla="*/ 2314 w 10001"/>
                <a:gd name="connsiteY2-346" fmla="*/ 7860 h 10000"/>
                <a:gd name="connsiteX3-347" fmla="*/ 9392 w 10001"/>
                <a:gd name="connsiteY3-348" fmla="*/ 10000 h 10000"/>
                <a:gd name="connsiteX4-349" fmla="*/ 9800 w 10001"/>
                <a:gd name="connsiteY4-350" fmla="*/ 0 h 10000"/>
                <a:gd name="connsiteX0-351" fmla="*/ 9800 w 10001"/>
                <a:gd name="connsiteY0-352" fmla="*/ 0 h 10000"/>
                <a:gd name="connsiteX1-353" fmla="*/ 0 w 10001"/>
                <a:gd name="connsiteY1-354" fmla="*/ 6952 h 10000"/>
                <a:gd name="connsiteX2-355" fmla="*/ 2314 w 10001"/>
                <a:gd name="connsiteY2-356" fmla="*/ 7860 h 10000"/>
                <a:gd name="connsiteX3-357" fmla="*/ 9392 w 10001"/>
                <a:gd name="connsiteY3-358" fmla="*/ 10000 h 10000"/>
                <a:gd name="connsiteX4-359" fmla="*/ 9800 w 10001"/>
                <a:gd name="connsiteY4-360" fmla="*/ 0 h 10000"/>
                <a:gd name="connsiteX0-361" fmla="*/ 9800 w 10148"/>
                <a:gd name="connsiteY0-362" fmla="*/ 0 h 10158"/>
                <a:gd name="connsiteX1-363" fmla="*/ 0 w 10148"/>
                <a:gd name="connsiteY1-364" fmla="*/ 6952 h 10158"/>
                <a:gd name="connsiteX2-365" fmla="*/ 2314 w 10148"/>
                <a:gd name="connsiteY2-366" fmla="*/ 7860 h 10158"/>
                <a:gd name="connsiteX3-367" fmla="*/ 9794 w 10148"/>
                <a:gd name="connsiteY3-368" fmla="*/ 10158 h 10158"/>
                <a:gd name="connsiteX4-369" fmla="*/ 9800 w 10148"/>
                <a:gd name="connsiteY4-370" fmla="*/ 0 h 10158"/>
                <a:gd name="connsiteX0-371" fmla="*/ 9800 w 10148"/>
                <a:gd name="connsiteY0-372" fmla="*/ 0 h 10158"/>
                <a:gd name="connsiteX1-373" fmla="*/ 0 w 10148"/>
                <a:gd name="connsiteY1-374" fmla="*/ 6952 h 10158"/>
                <a:gd name="connsiteX2-375" fmla="*/ 1653 w 10148"/>
                <a:gd name="connsiteY2-376" fmla="*/ 8453 h 10158"/>
                <a:gd name="connsiteX3-377" fmla="*/ 9794 w 10148"/>
                <a:gd name="connsiteY3-378" fmla="*/ 10158 h 10158"/>
                <a:gd name="connsiteX4-379" fmla="*/ 9800 w 10148"/>
                <a:gd name="connsiteY4-380" fmla="*/ 0 h 10158"/>
                <a:gd name="connsiteX0-381" fmla="*/ 9800 w 10148"/>
                <a:gd name="connsiteY0-382" fmla="*/ 0 h 10158"/>
                <a:gd name="connsiteX1-383" fmla="*/ 0 w 10148"/>
                <a:gd name="connsiteY1-384" fmla="*/ 6952 h 10158"/>
                <a:gd name="connsiteX2-385" fmla="*/ 1653 w 10148"/>
                <a:gd name="connsiteY2-386" fmla="*/ 8453 h 10158"/>
                <a:gd name="connsiteX3-387" fmla="*/ 9794 w 10148"/>
                <a:gd name="connsiteY3-388" fmla="*/ 10158 h 10158"/>
                <a:gd name="connsiteX4-389" fmla="*/ 9800 w 10148"/>
                <a:gd name="connsiteY4-390" fmla="*/ 0 h 10158"/>
                <a:gd name="connsiteX0-391" fmla="*/ 8194 w 8542"/>
                <a:gd name="connsiteY0-392" fmla="*/ 0 h 10158"/>
                <a:gd name="connsiteX1-393" fmla="*/ 0 w 8542"/>
                <a:gd name="connsiteY1-394" fmla="*/ 7601 h 10158"/>
                <a:gd name="connsiteX2-395" fmla="*/ 47 w 8542"/>
                <a:gd name="connsiteY2-396" fmla="*/ 8453 h 10158"/>
                <a:gd name="connsiteX3-397" fmla="*/ 8188 w 8542"/>
                <a:gd name="connsiteY3-398" fmla="*/ 10158 h 10158"/>
                <a:gd name="connsiteX4-399" fmla="*/ 8194 w 8542"/>
                <a:gd name="connsiteY4-400" fmla="*/ 0 h 10158"/>
                <a:gd name="connsiteX0-401" fmla="*/ 9538 w 9975"/>
                <a:gd name="connsiteY0-402" fmla="*/ 0 h 10128"/>
                <a:gd name="connsiteX1-403" fmla="*/ 0 w 9975"/>
                <a:gd name="connsiteY1-404" fmla="*/ 7611 h 10128"/>
                <a:gd name="connsiteX2-405" fmla="*/ 55 w 9975"/>
                <a:gd name="connsiteY2-406" fmla="*/ 8450 h 10128"/>
                <a:gd name="connsiteX3-407" fmla="*/ 9586 w 9975"/>
                <a:gd name="connsiteY3-408" fmla="*/ 10128 h 10128"/>
                <a:gd name="connsiteX4-409" fmla="*/ 9538 w 9975"/>
                <a:gd name="connsiteY4-410" fmla="*/ 0 h 10128"/>
                <a:gd name="connsiteX0-411" fmla="*/ 9562 w 9999"/>
                <a:gd name="connsiteY0-412" fmla="*/ 0 h 10000"/>
                <a:gd name="connsiteX1-413" fmla="*/ 0 w 9999"/>
                <a:gd name="connsiteY1-414" fmla="*/ 7515 h 10000"/>
                <a:gd name="connsiteX2-415" fmla="*/ 55 w 9999"/>
                <a:gd name="connsiteY2-416" fmla="*/ 8343 h 10000"/>
                <a:gd name="connsiteX3-417" fmla="*/ 9610 w 9999"/>
                <a:gd name="connsiteY3-418" fmla="*/ 10000 h 10000"/>
                <a:gd name="connsiteX4-419" fmla="*/ 9562 w 9999"/>
                <a:gd name="connsiteY4-420" fmla="*/ 0 h 10000"/>
                <a:gd name="connsiteX0-421" fmla="*/ 9563 w 10000"/>
                <a:gd name="connsiteY0-422" fmla="*/ 0 h 10126"/>
                <a:gd name="connsiteX1-423" fmla="*/ 0 w 10000"/>
                <a:gd name="connsiteY1-424" fmla="*/ 7515 h 10126"/>
                <a:gd name="connsiteX2-425" fmla="*/ 55 w 10000"/>
                <a:gd name="connsiteY2-426" fmla="*/ 8343 h 10126"/>
                <a:gd name="connsiteX3-427" fmla="*/ 9611 w 10000"/>
                <a:gd name="connsiteY3-428" fmla="*/ 10126 h 10126"/>
                <a:gd name="connsiteX4-429" fmla="*/ 9563 w 10000"/>
                <a:gd name="connsiteY4-430" fmla="*/ 0 h 10126"/>
                <a:gd name="connsiteX0-431" fmla="*/ 9563 w 10000"/>
                <a:gd name="connsiteY0-432" fmla="*/ 0 h 10126"/>
                <a:gd name="connsiteX1-433" fmla="*/ 0 w 10000"/>
                <a:gd name="connsiteY1-434" fmla="*/ 7515 h 10126"/>
                <a:gd name="connsiteX2-435" fmla="*/ 55 w 10000"/>
                <a:gd name="connsiteY2-436" fmla="*/ 8343 h 10126"/>
                <a:gd name="connsiteX3-437" fmla="*/ 9611 w 10000"/>
                <a:gd name="connsiteY3-438" fmla="*/ 10126 h 10126"/>
                <a:gd name="connsiteX4-439" fmla="*/ 9563 w 10000"/>
                <a:gd name="connsiteY4-440" fmla="*/ 0 h 10126"/>
                <a:gd name="connsiteX0-441" fmla="*/ 9563 w 9799"/>
                <a:gd name="connsiteY0-442" fmla="*/ 0 h 10126"/>
                <a:gd name="connsiteX1-443" fmla="*/ 0 w 9799"/>
                <a:gd name="connsiteY1-444" fmla="*/ 7515 h 10126"/>
                <a:gd name="connsiteX2-445" fmla="*/ 55 w 9799"/>
                <a:gd name="connsiteY2-446" fmla="*/ 8343 h 10126"/>
                <a:gd name="connsiteX3-447" fmla="*/ 9611 w 9799"/>
                <a:gd name="connsiteY3-448" fmla="*/ 10126 h 10126"/>
                <a:gd name="connsiteX4-449" fmla="*/ 9563 w 9799"/>
                <a:gd name="connsiteY4-450" fmla="*/ 0 h 101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1" name="Rectangle 4"/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2" name="Oval 5"/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3" name="Text Box 108"/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routing algorithm</a:t>
              </a:r>
            </a:p>
          </p:txBody>
        </p:sp>
        <p:sp>
          <p:nvSpPr>
            <p:cNvPr id="544" name="Rectangle 109"/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6" name="Text Box 111"/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header value</a:t>
              </a:r>
            </a:p>
          </p:txBody>
        </p:sp>
        <p:sp>
          <p:nvSpPr>
            <p:cNvPr id="547" name="Text Box 112"/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output link</a:t>
              </a:r>
            </a:p>
          </p:txBody>
        </p:sp>
        <p:sp>
          <p:nvSpPr>
            <p:cNvPr id="548" name="Line 113"/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9" name="Text Box 114"/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1001</a:t>
              </a:r>
            </a:p>
          </p:txBody>
        </p:sp>
        <p:sp>
          <p:nvSpPr>
            <p:cNvPr id="550" name="Text Box 115"/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</a:p>
          </p:txBody>
        </p:sp>
        <p:sp>
          <p:nvSpPr>
            <p:cNvPr id="551" name="Line 116"/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2" name="Line 117"/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818" name="Text Box 108"/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local forwarding table</a:t>
              </a:r>
            </a:p>
          </p:txBody>
        </p:sp>
        <p:sp>
          <p:nvSpPr>
            <p:cNvPr id="553" name="AutoShape 118"/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71" name="Content Placeholder 4"/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MS PGothic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</a:p>
          <a:p>
            <a:r>
              <a:rPr lang="en-US" altLang="en-US" dirty="0">
                <a:ea typeface="MS PGothic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local</a:t>
            </a:r>
            <a:r>
              <a:rPr lang="en-US" altLang="en-US" i="1" dirty="0"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MS PGothic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/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/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/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/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/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/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/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/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/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/>
          <p:cNvSpPr txBox="1"/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/>
          <p:cNvSpPr/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93" name="Group 192"/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/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95" name="Text Box 108"/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routing algorithm</a:t>
              </a:r>
            </a:p>
          </p:txBody>
        </p:sp>
      </p:grpSp>
      <p:sp>
        <p:nvSpPr>
          <p:cNvPr id="196" name="Freeform 195"/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-1" fmla="*/ 0 w 2423480"/>
              <a:gd name="connsiteY0-2" fmla="*/ 153322 h 410383"/>
              <a:gd name="connsiteX1-3" fmla="*/ 613863 w 2423480"/>
              <a:gd name="connsiteY1-4" fmla="*/ 409098 h 410383"/>
              <a:gd name="connsiteX2-5" fmla="*/ 1579419 w 2423480"/>
              <a:gd name="connsiteY2-6" fmla="*/ 57406 h 410383"/>
              <a:gd name="connsiteX3-7" fmla="*/ 2423480 w 2423480"/>
              <a:gd name="connsiteY3-8" fmla="*/ 12644 h 410383"/>
              <a:gd name="connsiteX0-9" fmla="*/ 0 w 2423480"/>
              <a:gd name="connsiteY0-10" fmla="*/ 142112 h 399173"/>
              <a:gd name="connsiteX1-11" fmla="*/ 613863 w 2423480"/>
              <a:gd name="connsiteY1-12" fmla="*/ 397888 h 399173"/>
              <a:gd name="connsiteX2-13" fmla="*/ 1579419 w 2423480"/>
              <a:gd name="connsiteY2-14" fmla="*/ 46196 h 399173"/>
              <a:gd name="connsiteX3-15" fmla="*/ 2423480 w 2423480"/>
              <a:gd name="connsiteY3-16" fmla="*/ 1434 h 39917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/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/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/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/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/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/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/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/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7" name="Oval 144"/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8" name="Oval 144"/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9" name="Oval 144"/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10" name="Oval 144"/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/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-1" fmla="*/ 0 w 2243580"/>
                <a:gd name="connsiteY0-2" fmla="*/ 2158739 h 2158739"/>
                <a:gd name="connsiteX1-3" fmla="*/ 141402 w 2243580"/>
                <a:gd name="connsiteY1-4" fmla="*/ 0 h 2158739"/>
                <a:gd name="connsiteX2-5" fmla="*/ 160256 w 2243580"/>
                <a:gd name="connsiteY2-6" fmla="*/ 1800520 h 2158739"/>
                <a:gd name="connsiteX3-7" fmla="*/ 2243580 w 2243580"/>
                <a:gd name="connsiteY3-8" fmla="*/ 1781666 h 2158739"/>
                <a:gd name="connsiteX4-9" fmla="*/ 0 w 2243580"/>
                <a:gd name="connsiteY4-10" fmla="*/ 2158739 h 2158739"/>
                <a:gd name="connsiteX0-11" fmla="*/ 0 w 2243580"/>
                <a:gd name="connsiteY0-12" fmla="*/ 2158739 h 2158739"/>
                <a:gd name="connsiteX1-13" fmla="*/ 141402 w 2243580"/>
                <a:gd name="connsiteY1-14" fmla="*/ 0 h 2158739"/>
                <a:gd name="connsiteX2-15" fmla="*/ 160256 w 2243580"/>
                <a:gd name="connsiteY2-16" fmla="*/ 1800520 h 2158739"/>
                <a:gd name="connsiteX3-17" fmla="*/ 2243580 w 2243580"/>
                <a:gd name="connsiteY3-18" fmla="*/ 1781666 h 2158739"/>
                <a:gd name="connsiteX4-19" fmla="*/ 0 w 2243580"/>
                <a:gd name="connsiteY4-20" fmla="*/ 2158739 h 2158739"/>
                <a:gd name="connsiteX0-21" fmla="*/ 0 w 2243580"/>
                <a:gd name="connsiteY0-22" fmla="*/ 2158739 h 2158739"/>
                <a:gd name="connsiteX1-23" fmla="*/ 141402 w 2243580"/>
                <a:gd name="connsiteY1-24" fmla="*/ 0 h 2158739"/>
                <a:gd name="connsiteX2-25" fmla="*/ 160256 w 2243580"/>
                <a:gd name="connsiteY2-26" fmla="*/ 1800520 h 2158739"/>
                <a:gd name="connsiteX3-27" fmla="*/ 2243580 w 2243580"/>
                <a:gd name="connsiteY3-28" fmla="*/ 1781666 h 2158739"/>
                <a:gd name="connsiteX4-29" fmla="*/ 0 w 2243580"/>
                <a:gd name="connsiteY4-30" fmla="*/ 2158739 h 215873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/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-1" fmla="*/ 239843 w 2683239"/>
                <a:gd name="connsiteY0-2" fmla="*/ 0 h 404734"/>
                <a:gd name="connsiteX1-3" fmla="*/ 0 w 2683239"/>
                <a:gd name="connsiteY1-4" fmla="*/ 404734 h 404734"/>
                <a:gd name="connsiteX2-5" fmla="*/ 2683239 w 2683239"/>
                <a:gd name="connsiteY2-6" fmla="*/ 389744 h 404734"/>
                <a:gd name="connsiteX3-7" fmla="*/ 239843 w 2683239"/>
                <a:gd name="connsiteY3-8" fmla="*/ 0 h 404734"/>
                <a:gd name="connsiteX0-9" fmla="*/ 239843 w 2683239"/>
                <a:gd name="connsiteY0-10" fmla="*/ 0 h 404734"/>
                <a:gd name="connsiteX1-11" fmla="*/ 0 w 2683239"/>
                <a:gd name="connsiteY1-12" fmla="*/ 404734 h 404734"/>
                <a:gd name="connsiteX2-13" fmla="*/ 2683239 w 2683239"/>
                <a:gd name="connsiteY2-14" fmla="*/ 389744 h 404734"/>
                <a:gd name="connsiteX3-15" fmla="*/ 239843 w 2683239"/>
                <a:gd name="connsiteY3-16" fmla="*/ 0 h 404734"/>
                <a:gd name="connsiteX0-17" fmla="*/ 239843 w 2683239"/>
                <a:gd name="connsiteY0-18" fmla="*/ 0 h 404734"/>
                <a:gd name="connsiteX1-19" fmla="*/ 0 w 2683239"/>
                <a:gd name="connsiteY1-20" fmla="*/ 404734 h 404734"/>
                <a:gd name="connsiteX2-21" fmla="*/ 2683239 w 2683239"/>
                <a:gd name="connsiteY2-22" fmla="*/ 389744 h 404734"/>
                <a:gd name="connsiteX3-23" fmla="*/ 239843 w 2683239"/>
                <a:gd name="connsiteY3-24" fmla="*/ 0 h 404734"/>
                <a:gd name="connsiteX0-25" fmla="*/ 239843 w 2683239"/>
                <a:gd name="connsiteY0-26" fmla="*/ 0 h 404734"/>
                <a:gd name="connsiteX1-27" fmla="*/ 0 w 2683239"/>
                <a:gd name="connsiteY1-28" fmla="*/ 404734 h 404734"/>
                <a:gd name="connsiteX2-29" fmla="*/ 2683239 w 2683239"/>
                <a:gd name="connsiteY2-30" fmla="*/ 389744 h 404734"/>
                <a:gd name="connsiteX3-31" fmla="*/ 239843 w 2683239"/>
                <a:gd name="connsiteY3-32" fmla="*/ 0 h 40473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655" indent="-287655"/>
            <a:r>
              <a:rPr lang="en-US" altLang="en-US" sz="2600" dirty="0">
                <a:solidFill>
                  <a:srgbClr val="C00000"/>
                </a:solidFill>
                <a:ea typeface="MS PGothic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MS PGothic" panose="020B0600070205080204" pitchFamily="34" charset="-128"/>
              </a:rPr>
              <a:t>takes </a:t>
            </a:r>
            <a:r>
              <a:rPr lang="en-US" altLang="en-US" sz="2600" i="1" dirty="0">
                <a:ea typeface="MS PGothic" panose="020B0600070205080204" pitchFamily="34" charset="-128"/>
              </a:rPr>
              <a:t>L</a:t>
            </a:r>
            <a:r>
              <a:rPr lang="en-US" altLang="en-US" sz="2600" dirty="0">
                <a:ea typeface="MS PGothic" panose="020B0600070205080204" pitchFamily="34" charset="-128"/>
              </a:rPr>
              <a:t>/</a:t>
            </a:r>
            <a:r>
              <a:rPr lang="en-US" altLang="en-US" sz="2600" i="1" dirty="0">
                <a:ea typeface="MS PGothic" panose="020B0600070205080204" pitchFamily="34" charset="-128"/>
              </a:rPr>
              <a:t>R</a:t>
            </a:r>
            <a:r>
              <a:rPr lang="en-US" altLang="en-US" sz="2600" dirty="0">
                <a:ea typeface="MS PGothic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MS PGothic" panose="020B0600070205080204" pitchFamily="34" charset="-128"/>
              </a:rPr>
              <a:t>L</a:t>
            </a:r>
            <a:r>
              <a:rPr lang="en-US" altLang="en-US" sz="2600" dirty="0">
                <a:ea typeface="MS PGothic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MS PGothic" panose="020B0600070205080204" pitchFamily="34" charset="-128"/>
              </a:rPr>
              <a:t>R</a:t>
            </a:r>
            <a:r>
              <a:rPr lang="en-US" altLang="en-US" sz="2600" dirty="0">
                <a:ea typeface="MS PGothic" panose="020B0600070205080204" pitchFamily="34" charset="-128"/>
              </a:rPr>
              <a:t> bps</a:t>
            </a:r>
          </a:p>
          <a:p>
            <a:pPr marL="287655" indent="-287655"/>
            <a:r>
              <a:rPr lang="en-US" altLang="en-US" sz="2600" i="1" dirty="0">
                <a:solidFill>
                  <a:srgbClr val="CC0000"/>
                </a:solidFill>
                <a:ea typeface="MS PGothic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sz="2600" i="1" dirty="0">
                <a:ea typeface="MS PGothic" panose="020B0600070205080204" pitchFamily="34" charset="-128"/>
              </a:rPr>
              <a:t>entire</a:t>
            </a:r>
            <a:r>
              <a:rPr lang="en-US" altLang="en-US" sz="2600" dirty="0">
                <a:ea typeface="MS PGothic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87655">
              <a:spcBef>
                <a:spcPts val="400"/>
              </a:spcBef>
            </a:pPr>
            <a:endParaRPr lang="en-US" altLang="en-US" dirty="0">
              <a:ea typeface="MS PGothic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/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/>
          <p:cNvGrpSpPr/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/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cxnSp>
        <p:nvCxnSpPr>
          <p:cNvPr id="571" name="Straight Connector 42"/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/>
          <p:cNvGrpSpPr/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/>
            <p:cNvGrpSpPr/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/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/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/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/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/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/>
          <p:cNvGrpSpPr/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/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/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/>
          <p:cNvGrpSpPr/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/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638" name="TextBox 637"/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/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/>
          <p:cNvGrpSpPr/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/>
            <p:cNvSpPr/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4" name="TextBox 643"/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5" name="TextBox 52"/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/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/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/>
          <p:cNvGrpSpPr/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/>
            <p:cNvGrpSpPr/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/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/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Freeform 675"/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676"/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/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/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/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/>
            <p:cNvGrpSpPr/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/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666"/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Rectangle 71"/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/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/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/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/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/>
            <p:cNvGrpSpPr/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/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4" name="Freeform 663"/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Rectangle 68"/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/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/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/>
            <p:cNvGrpSpPr/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/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1" name="Freeform 660"/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2" name="Rectangle 65"/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/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/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/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/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/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63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Content Placeholder 2"/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MS PGothic" panose="020B0600070205080204" pitchFamily="34" charset="-128"/>
              </a:rPr>
              <a:t>i</a:t>
            </a:r>
            <a:r>
              <a:rPr lang="en-US" altLang="en-US" dirty="0">
                <a:ea typeface="MS PGothic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packets will queue, waiting to be transmitted on output link </a:t>
            </a: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430" indent="-11430">
              <a:buNone/>
            </a:pP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MS PGothic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MS PGothic" panose="020B0600070205080204" pitchFamily="34" charset="-128"/>
              </a:rPr>
              <a:t>call gets 2</a:t>
            </a:r>
            <a:r>
              <a:rPr lang="en-US" altLang="en-US" baseline="30000" dirty="0">
                <a:ea typeface="MS PGothic" panose="020B0600070205080204" pitchFamily="34" charset="-128"/>
              </a:rPr>
              <a:t>nd</a:t>
            </a:r>
            <a:r>
              <a:rPr lang="en-US" altLang="en-US" dirty="0">
                <a:ea typeface="MS PGothic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MS PGothic" panose="020B0600070205080204" pitchFamily="34" charset="-128"/>
              </a:rPr>
              <a:t>st</a:t>
            </a:r>
            <a:r>
              <a:rPr lang="en-US" altLang="en-US" dirty="0">
                <a:ea typeface="MS PGothic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MS PGothic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/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1" name="Rectangle 630"/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2" name="Rectangle 631"/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3" name="Rectangle 632"/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35" name="Group 75"/>
          <p:cNvGrpSpPr/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/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6" name="Rectangle 675"/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7" name="Rectangle 676"/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8" name="Rectangle 677"/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636" name="Group 80"/>
          <p:cNvGrpSpPr/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/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2" name="Rectangle 671"/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3" name="Rectangle 672"/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4" name="Rectangle 673"/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637" name="Rectangle 636"/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8" name="Rectangle 637"/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9" name="Rectangle 638"/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41" name="Rectangle 640"/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50" name="Group 100"/>
          <p:cNvGrpSpPr/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/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8" name="Rectangle 717"/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9" name="Rectangle 718"/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0" name="Rectangle 719"/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1" name="Rectangle 720"/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2" name="Rectangle 721"/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3" name="Rectangle 722"/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4" name="Rectangle 723"/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5" name="Rectangle 724"/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13" name="Group 100"/>
          <p:cNvGrpSpPr/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/>
          <p:cNvGrpSpPr/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/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/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/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/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/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59" name="Rectangle 758"/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0" name="Rectangle 759"/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" name="TextBox 1"/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/>
          <p:cNvSpPr txBox="1"/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/>
          <p:cNvGrpSpPr/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/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/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" name="Line 8"/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/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" name="Rectangle 10"/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/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7" name="Rectangle 12"/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" name="Rectangle 13"/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9" name="Rectangle 14"/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0" name="Group 15"/>
          <p:cNvGrpSpPr/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/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/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" name="Line 19"/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/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6" name="Rectangle 21"/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/>
          <p:cNvGrpSpPr/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/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" name="Rectangle 24"/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/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/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/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/>
          <p:cNvGrpSpPr/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/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/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/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/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/>
          <p:cNvGrpSpPr/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/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/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/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/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/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/>
          <p:cNvGrpSpPr/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/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/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/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/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/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/>
          <p:cNvGrpSpPr/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/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/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/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/>
          <p:cNvGrpSpPr/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/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/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/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/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/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/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/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/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/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/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/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/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/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/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/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/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/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/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/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/>
          <p:cNvGrpSpPr/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/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/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/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/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/>
          <p:cNvGrpSpPr/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/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/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/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/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/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/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/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/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/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/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/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/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/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/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/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/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/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/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/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/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/>
          <p:cNvGrpSpPr/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/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/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/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/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/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/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430" indent="-11430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MS PGothic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/>
          <p:cNvSpPr txBox="1"/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-1143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/>
          <p:cNvSpPr txBox="1"/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/>
          <p:cNvSpPr txBox="1"/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/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tabLst>
                <a:tab pos="566420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0" name="Rectangle 4"/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/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/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/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/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/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/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/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/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/>
            <p:cNvGrpSpPr/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/>
            <p:cNvGrpSpPr/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/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/>
            <p:cNvGrpSpPr/>
            <p:nvPr/>
          </p:nvGrpSpPr>
          <p:grpSpPr bwMode="auto">
            <a:xfrm>
              <a:off x="6219664" y="4101096"/>
              <a:ext cx="4945068" cy="989012"/>
              <a:chOff x="2915" y="2642"/>
              <a:chExt cx="3115" cy="623"/>
            </a:xfrm>
          </p:grpSpPr>
          <p:sp>
            <p:nvSpPr>
              <p:cNvPr id="199" name="Text Box 48"/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/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A: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Probability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/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7055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420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/>
          <p:cNvSpPr txBox="1"/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Yu Gothic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/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/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/>
            <p:cNvSpPr/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/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/>
            <p:cNvSpPr/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/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/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/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/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/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/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/>
            <p:cNvCxnSpPr/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/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/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/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/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/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/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/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/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/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/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/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/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/>
            <p:cNvSpPr/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/>
            <p:cNvSpPr/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/>
            <p:cNvSpPr/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/>
            <p:cNvSpPr/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/>
            <p:cNvSpPr/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/>
            <p:cNvSpPr/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/>
            <p:cNvSpPr/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/>
            <p:cNvGrpSpPr/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/>
            <p:cNvSpPr/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/>
            <p:cNvSpPr/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/>
            <p:cNvSpPr/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/>
            <p:cNvSpPr/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/>
            <p:cNvSpPr/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/>
            <p:cNvSpPr/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/>
            <p:cNvSpPr/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/>
            <p:cNvSpPr/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/>
            <p:cNvSpPr/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/>
            <p:cNvSpPr/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/>
            <p:cNvSpPr/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/>
            <p:cNvSpPr/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/>
            <p:cNvSpPr/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/>
            <p:cNvGrpSpPr/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/>
            <p:cNvSpPr/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/>
            <p:cNvSpPr/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/>
            <p:cNvSpPr/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/>
            <p:cNvSpPr/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/>
            <p:cNvSpPr/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/>
            <p:cNvSpPr/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/>
            <p:cNvSpPr/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/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/>
            <p:cNvGrpSpPr/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/>
            <p:cNvGrpSpPr/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/>
            <p:cNvGrpSpPr/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/>
            <p:cNvSpPr/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/>
            <p:cNvSpPr/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/>
            <p:cNvSpPr/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/>
            <p:cNvSpPr/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/>
            <p:cNvSpPr/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/>
            <p:cNvSpPr/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/>
            <p:cNvSpPr/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/>
            <p:cNvGrpSpPr/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/>
            <p:cNvSpPr/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/>
            <p:cNvSpPr/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/>
            <p:cNvSpPr/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/>
            <p:cNvSpPr/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/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/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/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/>
                <p:cNvGrpSpPr/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/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/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/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/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/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/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/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/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/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/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/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/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/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/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/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/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/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/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/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/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/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/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/>
            <p:cNvGrpSpPr/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/>
            <p:cNvGrpSpPr/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/>
            <p:cNvGrpSpPr/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39</a:t>
            </a:fld>
            <a:endParaRPr lang="en-US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/>
          <p:cNvGrpSpPr/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/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/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/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/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/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/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/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/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/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/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/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/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/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/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/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/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/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/>
          <p:cNvGrpSpPr/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/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/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/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/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/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/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/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/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/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/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/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/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/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/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/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/>
          <p:cNvGrpSpPr/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/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/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/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/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/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/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/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/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/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/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/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/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/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/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/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/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/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/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/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/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/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/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/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/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/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/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/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/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/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/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/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/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/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/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/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/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/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/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/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/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/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/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/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/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/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/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/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/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/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/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/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42</a:t>
            </a:fld>
            <a:endParaRPr lang="en-US" dirty="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/>
          <p:cNvGrpSpPr/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/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/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/>
          <p:cNvGrpSpPr/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/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/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/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/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/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/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/>
            <p:cNvGrpSpPr/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/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/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/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351" name="Straight Connector 511"/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2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44</a:t>
            </a:fld>
            <a:endParaRPr lang="en-US" dirty="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/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/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/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/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/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/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/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/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/>
            <p:cNvCxnSpPr/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/>
            <p:cNvCxnSpPr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/>
            <p:cNvCxnSpPr/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/>
            <p:cNvCxnSpPr/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/>
            <p:cNvCxnSpPr/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/>
            <p:cNvCxnSpPr/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/>
            <p:cNvCxnSpPr/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/>
            <p:cNvCxnSpPr/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/>
            <p:cNvCxnSpPr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/>
            <p:cNvCxnSpPr/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/>
            <p:cNvCxnSpPr/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/>
            <p:cNvCxnSpPr/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/>
            <p:cNvCxnSpPr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/>
            <p:cNvCxnSpPr/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/>
            <p:cNvCxnSpPr/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/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097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45</a:t>
            </a:fld>
            <a:endParaRPr lang="en-US" dirty="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/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/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/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/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/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/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/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/>
            <p:cNvCxnSpPr/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/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/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/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/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/>
            <p:cNvCxnSpPr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/>
            <p:cNvCxnSpPr/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/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/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2" name="Oval 76"/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3" name="Oval 76"/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4" name="Oval 76"/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5" name="Oval 76"/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6" name="Oval 76"/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7" name="Oval 76"/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8" name="Oval 76"/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</p:grpSp>
      <p:sp>
        <p:nvSpPr>
          <p:cNvPr id="483" name="Rectangle 3"/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/>
            <p:cNvCxnSpPr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/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/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/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/>
            <p:cNvCxnSpPr/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/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Regional ISP</a:t>
              </a:r>
            </a:p>
          </p:txBody>
        </p:sp>
        <p:sp>
          <p:nvSpPr>
            <p:cNvPr id="460" name="Oval 33"/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Regional ISP</a:t>
              </a:r>
            </a:p>
          </p:txBody>
        </p:sp>
        <p:cxnSp>
          <p:nvCxnSpPr>
            <p:cNvPr id="66" name="Straight Connector 65"/>
            <p:cNvCxnSpPr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/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/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/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/>
              <p:cNvCxnSpPr/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/>
              <p:cNvCxnSpPr/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/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/>
              <p:cNvCxnSpPr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/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/>
                  <a:ea typeface="+mn-ea"/>
                  <a:cs typeface="Arial" panose="020B0604020202020204"/>
                </a:endParaRPr>
              </a:p>
            </p:txBody>
          </p:sp>
          <p:cxnSp>
            <p:nvCxnSpPr>
              <p:cNvPr id="443" name="Straight Connector 442"/>
              <p:cNvCxnSpPr/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/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/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/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57" name="Oval 34"/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" name="Group 6"/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/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/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/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/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/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/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47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/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1205" lvl="1" indent="-278130">
              <a:buFont typeface="Wingdings" panose="05000000000000000000" pitchFamily="2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8305" indent="-278130" eaLnBrk="1" hangingPunct="1">
              <a:buFont typeface="Wingdings" panose="05000000000000000000" pitchFamily="2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/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/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" name="Rectangle 31"/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" name="Rectangle 38"/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" name="Line 25"/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/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5" name="Line 33"/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/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/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/>
          <p:cNvGrpSpPr/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/>
          <p:cNvSpPr/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/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" name="Line 33"/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/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" name="Rectangle 89"/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89"/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9" name="Group 93"/>
          <p:cNvGrpSpPr/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/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/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/>
          <p:cNvGrpSpPr/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/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/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/>
          <p:cNvGrpSpPr/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/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/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/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/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4805" marR="0" lvl="0" indent="-344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depends on congestion level of router</a:t>
            </a:r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/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= L/R</a:t>
            </a:r>
          </a:p>
        </p:txBody>
      </p:sp>
      <p:sp>
        <p:nvSpPr>
          <p:cNvPr id="53" name="Rectangle 4"/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/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/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/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/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/>
            <p:cNvCxnSpPr/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/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0" name="Rectangle 4"/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/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/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/>
          <p:cNvGrpSpPr/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/>
          <p:cNvGrpSpPr/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/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" name="Oval 57"/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2" name="Oval 58"/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3" name="Group 61"/>
          <p:cNvGrpSpPr/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/>
          <p:cNvGrpSpPr/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/>
          <p:cNvGrpSpPr/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/>
          <p:cNvGrpSpPr/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/>
          <p:cNvGrpSpPr/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/>
          <p:cNvGrpSpPr/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/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/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" name="Oval 57"/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" name="Oval 58"/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/>
          <p:cNvGrpSpPr/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/>
          <p:cNvGrpSpPr/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propagate” at 1000 km/hr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52</a:t>
            </a:fld>
            <a:endParaRPr lang="en-US" dirty="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MS PGothic" panose="020B0600070205080204" pitchFamily="34" charset="-128"/>
              </a:rPr>
              <a:t>Packet q</a:t>
            </a:r>
            <a:r>
              <a:rPr lang="en-US" sz="4400" dirty="0">
                <a:ea typeface="MS PGothic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/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average packet arrival rate</a:t>
            </a:r>
          </a:p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/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/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/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/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/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/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-1" fmla="*/ 0 w 2743200"/>
                <a:gd name="connsiteY0-2" fmla="*/ 2816942 h 2821238"/>
                <a:gd name="connsiteX1-3" fmla="*/ 663677 w 2743200"/>
                <a:gd name="connsiteY1-4" fmla="*/ 2802193 h 2821238"/>
                <a:gd name="connsiteX2-5" fmla="*/ 1976284 w 2743200"/>
                <a:gd name="connsiteY2-6" fmla="*/ 2625212 h 2821238"/>
                <a:gd name="connsiteX3-7" fmla="*/ 2551471 w 2743200"/>
                <a:gd name="connsiteY3-8" fmla="*/ 1946787 h 2821238"/>
                <a:gd name="connsiteX4-9" fmla="*/ 2743200 w 2743200"/>
                <a:gd name="connsiteY4-10" fmla="*/ 0 h 2821238"/>
                <a:gd name="connsiteX0-11" fmla="*/ 0 w 2743200"/>
                <a:gd name="connsiteY0-12" fmla="*/ 2816942 h 2816942"/>
                <a:gd name="connsiteX1-13" fmla="*/ 663677 w 2743200"/>
                <a:gd name="connsiteY1-14" fmla="*/ 2802193 h 2816942"/>
                <a:gd name="connsiteX2-15" fmla="*/ 1976284 w 2743200"/>
                <a:gd name="connsiteY2-16" fmla="*/ 2625212 h 2816942"/>
                <a:gd name="connsiteX3-17" fmla="*/ 2551471 w 2743200"/>
                <a:gd name="connsiteY3-18" fmla="*/ 1946787 h 2816942"/>
                <a:gd name="connsiteX4-19" fmla="*/ 2743200 w 2743200"/>
                <a:gd name="connsiteY4-20" fmla="*/ 0 h 281694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/>
            <p:cNvCxnSpPr/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/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/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/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/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/>
            <p:cNvCxnSpPr/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/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/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/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/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/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/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/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/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/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/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/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/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/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/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/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/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/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/>
          <p:cNvGrpSpPr/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/>
          <p:cNvGrpSpPr/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/>
          <p:cNvSpPr/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/>
          <p:cNvSpPr/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/>
          <p:cNvSpPr/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/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/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/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/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/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/>
            <p:cNvCxnSpPr/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/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/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Line 8"/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/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/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/>
            <p:cNvCxnSpPr/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/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/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/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/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/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/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/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/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/>
              <p:cNvSpPr/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/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/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/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" name="Line 23"/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1" name="Line 24"/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2" name="Line 25"/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Rectangle 28"/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4" name="Rectangle 29"/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5" name="Rectangle 30"/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</a:p>
        </p:txBody>
      </p:sp>
      <p:sp>
        <p:nvSpPr>
          <p:cNvPr id="89" name="Text Box 36"/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</a:p>
        </p:txBody>
      </p:sp>
      <p:sp>
        <p:nvSpPr>
          <p:cNvPr id="90" name="Text Box 40"/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/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2" name="Rectangle 56"/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3" name="Rectangle 57"/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4" name="Rectangle 58"/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5" name="Rectangle 59"/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6" name="Rectangle 61"/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7" name="Rectangle 62"/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100" name="Text Box 65"/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/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2" name="Group 48"/>
          <p:cNvGrpSpPr/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105" name="Group 51"/>
          <p:cNvGrpSpPr/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08" name="TextBox 1"/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/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/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87" name="Line 33"/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8" name="Line 63"/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9" name="Text Box 64"/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/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/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07" name="Group 306"/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/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/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33" name="Group 64"/>
          <p:cNvGrpSpPr/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5" name="Rectangle 6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6" name="Freeform 6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7" name="Freeform 6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8" name="Rectangle 69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39" name="Group 7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5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0" name="Rectangle 73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1" name="Group 7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3" name="AutoShape 7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2" name="Rectangle 77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3" name="Rectangle 78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4" name="Group 7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1" name="AutoShape 8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5" name="Freeform 8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6" name="Group 8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59" name="AutoShape 8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7" name="Rectangle 8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8" name="Freeform 8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9" name="Freeform 8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0" name="Oval 89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1" name="Freeform 9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2" name="AutoShape 91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3" name="AutoShape 92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4" name="Oval 93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5" name="Oval 94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6" name="Oval 95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7" name="Rectangle 96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266" name="Group 61"/>
          <p:cNvGrpSpPr/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69" name="Text Box 325"/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to send to client</a:t>
            </a:r>
          </a:p>
        </p:txBody>
      </p:sp>
      <p:sp>
        <p:nvSpPr>
          <p:cNvPr id="270" name="Text Box 328"/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sp>
        <p:nvSpPr>
          <p:cNvPr id="271" name="Text Box 329"/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grpSp>
        <p:nvGrpSpPr>
          <p:cNvPr id="301" name="Group 99"/>
          <p:cNvGrpSpPr/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/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3" name="Text Box 336"/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</a:p>
          </p:txBody>
        </p:sp>
        <p:sp>
          <p:nvSpPr>
            <p:cNvPr id="304" name="Text Box 346"/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/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91" name="Group 335"/>
            <p:cNvGrpSpPr/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3" name="Rectangle 332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4" name="Oval 331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95" name="Rectangle 334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grpSp>
          <p:nvGrpSpPr>
            <p:cNvPr id="296" name="Group 341"/>
            <p:cNvGrpSpPr/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8" name="Rectangle 343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9" name="Oval 344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300" name="Rectangle 345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305" name="AutoShape 351"/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6" name="AutoShape 349"/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cxnSp>
        <p:nvCxnSpPr>
          <p:cNvPr id="4" name="Straight Connector 3"/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/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/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/>
          <p:cNvGrpSpPr/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1" name="Rectangle 430"/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2" name="Oval 43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3" name="Freeform 432"/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4" name="Freeform 43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5" name="Freeform 43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6" name="Freeform 43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37" name="Straight Connector 436"/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/>
          <p:cNvGrpSpPr/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1" name="Rectangle 440"/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2" name="Oval 44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3" name="Freeform 442"/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4" name="Freeform 44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47" name="Straight Connector 446"/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/>
          <p:cNvGrpSpPr/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1" name="Rectangle 142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2" name="Freeform 14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3" name="Freeform 14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4" name="Rectangle 145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5" name="Group 14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81" name="AutoShape 148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6" name="Rectangle 149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7" name="Group 15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9" name="AutoShape 152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8" name="Rectangle 153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9" name="Rectangle 154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0" name="Group 15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7" name="AutoShape 157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1" name="Freeform 15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2" name="Group 15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5" name="AutoShape 161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3" name="Rectangle 162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4" name="Freeform 16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5" name="Freeform 16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6" name="Oval 165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7" name="Freeform 16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8" name="AutoShape 167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9" name="AutoShape 168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0" name="Oval 169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1" name="Oval 170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2" name="Oval 171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3" name="Rectangle 172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482" name="Rectangle 4"/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panose="020B0604020202020204" pitchFamily="34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/>
          <p:cNvGrpSpPr/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5" name="Rectangle 36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6" name="Oval 37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87" name="Rectangle 38"/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488" name="Text Box 39"/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sp>
        <p:nvSpPr>
          <p:cNvPr id="489" name="AutoShape 42"/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490" name="AutoShape 43"/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491" name="Group 54"/>
          <p:cNvGrpSpPr/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/>
            <p:cNvGrpSpPr/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5" name="Rectangle 47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6" name="Oval 48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97" name="Rectangle 49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493" name="Text Box 50"/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</p:grpSp>
      <p:sp>
        <p:nvSpPr>
          <p:cNvPr id="498" name="Rectangle 56"/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630" indent="-34163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What is average end-end throughput?</a:t>
            </a:r>
          </a:p>
        </p:txBody>
      </p:sp>
      <p:grpSp>
        <p:nvGrpSpPr>
          <p:cNvPr id="499" name="Group 209"/>
          <p:cNvGrpSpPr/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/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01" name="Text Box 101"/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link on end-end path that constrains  end-end throughput</a:t>
              </a:r>
            </a:p>
          </p:txBody>
        </p:sp>
        <p:sp>
          <p:nvSpPr>
            <p:cNvPr id="502" name="Text Box 104"/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bottleneck link</a:t>
              </a:r>
            </a:p>
          </p:txBody>
        </p:sp>
      </p:grpSp>
      <p:sp>
        <p:nvSpPr>
          <p:cNvPr id="503" name="AutoShape 51"/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4" name="Group 132"/>
          <p:cNvGrpSpPr/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507" name="AutoShape 327"/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8" name="Group 206"/>
          <p:cNvGrpSpPr/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/>
            <p:cNvGrpSpPr/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1" name="Rectangle 175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2" name="Freeform 17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3" name="Freeform 17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4" name="Rectangle 178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5" name="Group 17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/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71" name="AutoShape 181"/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6" name="Rectangle 182"/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7" name="Group 18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9" name="AutoShape 185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8" name="Rectangle 186"/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9" name="Rectangle 187"/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0" name="Group 18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7" name="AutoShape 190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1" name="Freeform 19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2" name="Group 19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/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5" name="AutoShape 194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3" name="Rectangle 19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4" name="Freeform 19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5" name="Freeform 19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6" name="Oval 198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7" name="Freeform 19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8" name="AutoShape 200"/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9" name="AutoShape 201"/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0" name="Oval 202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1" name="Oval 203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2" name="Oval 204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3" name="Rectangle 205"/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10" name="Line 57"/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1" name="Group 58"/>
            <p:cNvGrpSpPr/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2" name="Line 6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3" name="Rectangle 6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34" name="Group 64"/>
              <p:cNvGrpSpPr/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9" name="Line 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grpSp>
            <p:nvGrpSpPr>
              <p:cNvPr id="535" name="Group 68"/>
              <p:cNvGrpSpPr/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7" name="Line 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</p:grpSp>
        <p:sp>
          <p:nvSpPr>
            <p:cNvPr id="512" name="AutoShape 90"/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3" name="Group 92"/>
            <p:cNvGrpSpPr/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/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8" name="Rectangle 94"/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9" name="Oval 95"/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0" name="Rectangle 96"/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4" name="Text Box 97"/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grpSp>
          <p:nvGrpSpPr>
            <p:cNvPr id="515" name="Group 83"/>
            <p:cNvGrpSpPr/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4" name="Rectangle 85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5" name="Oval 86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26" name="Rectangle 87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6" name="Text Box 88"/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sp>
          <p:nvSpPr>
            <p:cNvPr id="517" name="AutoShape 98"/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18" name="AutoShape 89"/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9" name="Group 135"/>
            <p:cNvGrpSpPr/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/>
              <p:cNvSpPr/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20" name="AutoShape 327"/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4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/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/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sp>
          <p:nvSpPr>
            <p:cNvPr id="603" name="Freeform 296"/>
            <p:cNvSpPr/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Text Box 35"/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Oval 40"/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6" name="Rectangle 41"/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7" name="Oval 42"/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8" name="Rectangle 43"/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9" name="Oval 31"/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0" name="Rectangle 32"/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1" name="Oval 33"/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2" name="Rectangle 34"/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3" name="Line 456"/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4" name="Oval 469"/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5" name="Rectangle 470"/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6" name="Oval 471"/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7" name="Rectangle 472"/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8" name="Line 473"/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9" name="Oval 476"/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0" name="Rectangle 477"/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1" name="Oval 478"/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2" name="Rectangle 479"/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3" name="Line 480"/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4" name="Oval 483"/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5" name="Rectangle 484"/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6" name="Oval 485"/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7" name="Rectangle 486"/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8" name="Line 487"/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9" name="Oval 500"/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0" name="Rectangle 501"/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1" name="Oval 502"/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2" name="Rectangle 503"/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3" name="Line 504"/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4" name="Oval 507"/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5" name="Rectangle 508"/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6" name="Oval 509"/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7" name="Rectangle 510"/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8" name="Line 511"/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9" name="Text Box 513"/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0" name="Text Box 514"/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1" name="Freeform 515"/>
            <p:cNvSpPr/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2" name="Text Box 516"/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3" name="Freeform 517"/>
            <p:cNvSpPr/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4" name="Freeform 518"/>
            <p:cNvSpPr/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5" name="Text Box 519"/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6" name="Text Box 520"/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7" name="Text Box 521"/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</a:p>
          </p:txBody>
        </p:sp>
        <p:grpSp>
          <p:nvGrpSpPr>
            <p:cNvPr id="649" name="Group 81"/>
            <p:cNvGrpSpPr/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1" name="Rectangle 83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2" name="Freeform 84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3" name="Freeform 85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4" name="Rectangle 86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5" name="Group 87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81" name="AutoShape 89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6" name="Rectangle 90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7" name="Group 91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9" name="AutoShape 93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8" name="Rectangle 94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9" name="Rectangle 95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0" name="Group 96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7" name="AutoShape 98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1" name="Freeform 99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2" name="Group 100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5" name="AutoShape 102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3" name="Rectangle 103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4" name="Freeform 104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5" name="Freeform 105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6" name="Oval 106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7" name="Freeform 107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8" name="AutoShape 1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9" name="AutoShape 109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0" name="Oval 110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1" name="Oval 111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2" name="Oval 112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3" name="Rectangle 113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682" name="Group 114"/>
            <p:cNvGrpSpPr/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4" name="Rectangle 116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5" name="Freeform 117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6" name="Freeform 118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7" name="Rectangle 119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88" name="Group 120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4" name="AutoShape 122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89" name="Rectangle 123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0" name="Group 124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2" name="AutoShape 126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1" name="Rectangle 127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2" name="Rectangle 128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3" name="Group 129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0" name="AutoShape 131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4" name="Freeform 132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5" name="Group 133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08" name="AutoShape 135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6" name="Rectangle 136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7" name="Freeform 137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8" name="Freeform 138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9" name="Oval 139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0" name="Freeform 140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1" name="AutoShape 1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2" name="AutoShape 142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3" name="Oval 143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4" name="Oval 144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5" name="Oval 145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6" name="Rectangle 146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15" name="Group 147"/>
            <p:cNvGrpSpPr/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7" name="Rectangle 149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8" name="Freeform 15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9" name="Freeform 15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0" name="Rectangle 152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1" name="Group 15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7" name="AutoShape 155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2" name="Rectangle 156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3" name="Group 15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5" name="AutoShape 159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4" name="Rectangle 160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5" name="Rectangle 161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6" name="Group 16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3" name="AutoShape 164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7" name="Freeform 16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8" name="Group 16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1" name="AutoShape 168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9" name="Rectangle 169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0" name="Freeform 17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1" name="Freeform 17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2" name="Oval 172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3" name="Freeform 17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4" name="AutoShape 17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5" name="AutoShape 175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6" name="Oval 176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7" name="Oval 177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8" name="Oval 178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9" name="Rectangle 179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48" name="Group 180"/>
            <p:cNvGrpSpPr/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1" name="Group 183"/>
            <p:cNvGrpSpPr/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4" name="Group 186"/>
            <p:cNvGrpSpPr/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/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panose="020B0604020202020204" pitchFamily="34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/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60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MS PGothic" panose="020B0600070205080204" pitchFamily="34" charset="-128"/>
              </a:rPr>
              <a:t>“</a:t>
            </a:r>
            <a:r>
              <a:rPr lang="en-US" altLang="ja-JP" sz="2800" dirty="0">
                <a:ea typeface="MS PGothic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MS PGothic" panose="020B0600070205080204" pitchFamily="34" charset="-128"/>
                <a:sym typeface="Wingdings" panose="05000000000000000000" pitchFamily="2" charset="2"/>
              </a:rPr>
              <a:t></a:t>
            </a:r>
            <a:endParaRPr lang="en-US" altLang="ja-JP" sz="28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MS PGothic" panose="020B0600070205080204" pitchFamily="34" charset="-128"/>
              </a:rPr>
              <a:t>“</a:t>
            </a:r>
            <a:r>
              <a:rPr lang="en-US" altLang="ja-JP" sz="2800" dirty="0">
                <a:ea typeface="MS PGothic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61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  <a:sym typeface="Wingdings" panose="05000000000000000000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62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</a:t>
            </a:r>
            <a:r>
              <a:rPr lang="en-US" altLang="en-US" dirty="0">
                <a:ea typeface="MS PGothic" panose="020B0600070205080204" pitchFamily="34" charset="-128"/>
              </a:rPr>
              <a:t>g</a:t>
            </a:r>
            <a:r>
              <a:rPr lang="en-US" altLang="en-US" sz="4400" dirty="0">
                <a:ea typeface="MS PGothic" panose="020B0600070205080204" pitchFamily="34" charset="-128"/>
              </a:rPr>
              <a:t>uys: packet </a:t>
            </a:r>
            <a:r>
              <a:rPr lang="en-US" altLang="en-US" dirty="0">
                <a:ea typeface="MS PGothic" panose="020B0600070205080204" pitchFamily="34" charset="-128"/>
              </a:rPr>
              <a:t>i</a:t>
            </a:r>
            <a:r>
              <a:rPr lang="en-US" altLang="en-US" sz="4400" dirty="0">
                <a:ea typeface="MS PGothic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/>
            <p:cNvGrpSpPr/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/>
            <p:cNvSpPr/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/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63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/>
            <p:cNvSpPr/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/>
            <p:cNvGrpSpPr/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64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/>
          <p:cNvGrpSpPr/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/>
          <p:cNvGrpSpPr/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/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/>
            <p:cNvGrpSpPr/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/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/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/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/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/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/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/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/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/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/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/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/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/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/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/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/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6"/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/>
          <p:cNvGrpSpPr/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/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/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/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/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/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/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/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/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/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/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/>
          <p:cNvGrpSpPr/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/>
          <p:cNvGrpSpPr/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/>
          <p:cNvGrpSpPr/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/>
          <p:cNvGrpSpPr/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/>
          <p:cNvGrpSpPr/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/>
          <p:cNvGrpSpPr/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/>
          <p:cNvGrpSpPr/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/>
          <p:cNvGrpSpPr/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/>
          <p:cNvGrpSpPr/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/>
          <p:cNvGrpSpPr/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/>
          <p:cNvGrpSpPr/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/>
          <p:cNvGrpSpPr/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65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MS PGothic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8030" marR="0" lvl="1" indent="-2749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66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67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Protocol </a:t>
            </a:r>
            <a:r>
              <a:rPr lang="en-US" altLang="en-US" dirty="0">
                <a:ea typeface="MS PGothic" panose="020B0600070205080204" pitchFamily="34" charset="-128"/>
              </a:rPr>
              <a:t>“l</a:t>
            </a:r>
            <a:r>
              <a:rPr lang="en-US" altLang="ja-JP" sz="4400" dirty="0">
                <a:ea typeface="MS PGothic" panose="020B0600070205080204" pitchFamily="34" charset="-128"/>
              </a:rPr>
              <a:t>ayers</a:t>
            </a:r>
            <a:r>
              <a:rPr lang="en-US" altLang="ja-JP" dirty="0">
                <a:ea typeface="MS PGothic" panose="020B0600070205080204" pitchFamily="34" charset="-128"/>
              </a:rPr>
              <a:t>”</a:t>
            </a:r>
            <a:r>
              <a:rPr lang="en-US" altLang="ja-JP" sz="4400" dirty="0">
                <a:ea typeface="MS PGothic" panose="020B0600070205080204" pitchFamily="34" charset="-128"/>
              </a:rPr>
              <a:t> and reference </a:t>
            </a:r>
            <a:r>
              <a:rPr lang="en-US" altLang="ja-JP" dirty="0">
                <a:ea typeface="MS PGothic" panose="020B0600070205080204" pitchFamily="34" charset="-128"/>
              </a:rPr>
              <a:t>m</a:t>
            </a:r>
            <a:r>
              <a:rPr lang="en-US" altLang="ja-JP" sz="4400" dirty="0">
                <a:ea typeface="MS PGothic" panose="020B0600070205080204" pitchFamily="34" charset="-128"/>
              </a:rPr>
              <a:t>odels</a:t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" name="Rectangle 4"/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structure of network?</a:t>
            </a:r>
          </a:p>
          <a:p>
            <a:pPr marL="522605" indent="-224155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68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Example: organization of air </a:t>
            </a:r>
            <a:r>
              <a:rPr lang="en-US" altLang="en-US" dirty="0">
                <a:ea typeface="MS PGothic" panose="020B0600070205080204" pitchFamily="34" charset="-128"/>
              </a:rPr>
              <a:t>t</a:t>
            </a:r>
            <a:r>
              <a:rPr lang="en-US" altLang="en-US" sz="4400" dirty="0">
                <a:ea typeface="MS PGothic" panose="020B0600070205080204" pitchFamily="34" charset="-128"/>
              </a:rPr>
              <a:t>ravel</a:t>
            </a: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/>
          <p:cNvSpPr/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/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/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/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/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69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/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/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/>
            <p:cNvCxnSpPr/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/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Example: organization of air </a:t>
            </a:r>
            <a:r>
              <a:rPr lang="en-US" altLang="en-US" dirty="0">
                <a:ea typeface="MS PGothic" panose="020B0600070205080204" pitchFamily="34" charset="-128"/>
              </a:rPr>
              <a:t>t</a:t>
            </a:r>
            <a:r>
              <a:rPr lang="en-US" altLang="en-US" sz="4400" dirty="0">
                <a:ea typeface="MS PGothic" panose="020B0600070205080204" pitchFamily="34" charset="-128"/>
              </a:rPr>
              <a:t>ravel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/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/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/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/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70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pieces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: transparent to rest of system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71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Layered Internet protocol </a:t>
            </a:r>
            <a:r>
              <a:rPr lang="en-US" altLang="en-US" dirty="0">
                <a:ea typeface="MS PGothic" panose="020B0600070205080204" pitchFamily="34" charset="-128"/>
              </a:rPr>
              <a:t>s</a:t>
            </a:r>
            <a:r>
              <a:rPr lang="en-US" altLang="en-US" sz="4400" dirty="0">
                <a:ea typeface="MS PGothic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/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/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/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/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/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72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/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/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/>
            <p:cNvGrpSpPr/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/>
              <p:cNvGrpSpPr/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/>
              <p:cNvGrpSpPr/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/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/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73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/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/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74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/>
          <p:cNvCxnSpPr/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/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/>
            <p:cNvCxnSpPr/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/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/>
              <p:cNvGrpSpPr/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/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/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/>
              <p:cNvCxnSpPr/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/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/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/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/>
          <p:cNvCxnSpPr/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/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/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75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/>
          <p:cNvSpPr/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2318"/>
              <a:gd name="connsiteY0-10" fmla="*/ 0 h 9961"/>
              <a:gd name="connsiteX1-11" fmla="*/ 12 w 2318"/>
              <a:gd name="connsiteY1-12" fmla="*/ 8378 h 9961"/>
              <a:gd name="connsiteX2-13" fmla="*/ 2318 w 2318"/>
              <a:gd name="connsiteY2-14" fmla="*/ 9961 h 9961"/>
              <a:gd name="connsiteX0-15" fmla="*/ 0 w 52"/>
              <a:gd name="connsiteY0-16" fmla="*/ 0 h 8411"/>
              <a:gd name="connsiteX1-17" fmla="*/ 52 w 52"/>
              <a:gd name="connsiteY1-18" fmla="*/ 8411 h 841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/>
          <p:cNvGrpSpPr/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/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/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/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/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/>
              <p:cNvGrpSpPr/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/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/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/>
              <p:cNvCxnSpPr/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/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/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/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/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/>
              <p:cNvGrpSpPr/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/>
              <p:cNvGrpSpPr/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/>
            <p:cNvGrpSpPr/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/>
          <p:cNvSpPr/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9988"/>
              <a:gd name="connsiteY0-10" fmla="*/ 0 h 1622"/>
              <a:gd name="connsiteX1-11" fmla="*/ 2306 w 9988"/>
              <a:gd name="connsiteY1-12" fmla="*/ 1583 h 1622"/>
              <a:gd name="connsiteX2-13" fmla="*/ 9988 w 9988"/>
              <a:gd name="connsiteY2-14" fmla="*/ 1622 h 162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/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/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/>
            <p:cNvGrpSpPr/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/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/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/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/>
            <p:cNvCxnSpPr/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/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/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/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76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/>
          <p:cNvSpPr/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-1" fmla="*/ 6901 w 7224"/>
              <a:gd name="connsiteY0-2" fmla="*/ 7744 h 10000"/>
              <a:gd name="connsiteX1-3" fmla="*/ 218 w 7224"/>
              <a:gd name="connsiteY1-4" fmla="*/ 0 h 10000"/>
              <a:gd name="connsiteX2-5" fmla="*/ 0 w 7224"/>
              <a:gd name="connsiteY2-6" fmla="*/ 9573 h 10000"/>
              <a:gd name="connsiteX3-7" fmla="*/ 7224 w 7224"/>
              <a:gd name="connsiteY3-8" fmla="*/ 10000 h 10000"/>
              <a:gd name="connsiteX4-9" fmla="*/ 6901 w 7224"/>
              <a:gd name="connsiteY4-10" fmla="*/ 7744 h 10000"/>
              <a:gd name="connsiteX0-11" fmla="*/ 9553 w 9587"/>
              <a:gd name="connsiteY0-12" fmla="*/ 7744 h 9750"/>
              <a:gd name="connsiteX1-13" fmla="*/ 302 w 9587"/>
              <a:gd name="connsiteY1-14" fmla="*/ 0 h 9750"/>
              <a:gd name="connsiteX2-15" fmla="*/ 0 w 9587"/>
              <a:gd name="connsiteY2-16" fmla="*/ 9573 h 9750"/>
              <a:gd name="connsiteX3-17" fmla="*/ 9464 w 9587"/>
              <a:gd name="connsiteY3-18" fmla="*/ 9750 h 9750"/>
              <a:gd name="connsiteX4-19" fmla="*/ 9553 w 9587"/>
              <a:gd name="connsiteY4-20" fmla="*/ 7744 h 975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/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/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/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/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/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/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/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/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/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/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/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/>
          <p:cNvSpPr/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/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/>
          <p:cNvSpPr/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/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/>
          <p:cNvSpPr/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/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/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/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/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/>
          <p:cNvGrpSpPr/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/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/>
          <p:cNvGrpSpPr/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/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/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/>
          <p:cNvGrpSpPr/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/>
          <p:cNvGrpSpPr/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/>
          <p:cNvGrpSpPr/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/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/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/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/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/>
          <p:cNvGrpSpPr/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/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/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/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/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/>
          <p:cNvSpPr/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/>
          <p:cNvGrpSpPr/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/>
          <p:cNvGrpSpPr/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/>
          <p:cNvGrpSpPr/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/>
          <p:cNvGrpSpPr/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/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/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/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/>
          <p:cNvGrpSpPr/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/>
          <p:cNvGrpSpPr/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/>
          <p:cNvGrpSpPr/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/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/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/>
          <p:cNvGrpSpPr/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/>
          <p:cNvSpPr/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/>
          <p:cNvGrpSpPr/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/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77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78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/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/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Rectangle 6"/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deployment of TCP/IP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smtp e-mail protocol defined 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ftp protocol defined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ARPAnet decommissioned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Web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s]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430" marR="0" lvl="1" indent="-38925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~18B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S</a:t>
            </a:r>
            <a:r>
              <a:rPr lang="en-US" altLang="en-US" sz="4400" dirty="0">
                <a:ea typeface="MS PGothic" panose="020B0600070205080204" pitchFamily="34" charset="-128"/>
              </a:rPr>
              <a:t>ummary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84</a:t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what</a:t>
            </a:r>
            <a:r>
              <a:rPr lang="ja-JP" altLang="en-US">
                <a:ea typeface="MS PGothic" panose="020B0600070205080204" pitchFamily="34" charset="-128"/>
              </a:rPr>
              <a:t>’</a:t>
            </a:r>
            <a:r>
              <a:rPr lang="en-US" altLang="ja-JP" dirty="0">
                <a:ea typeface="MS PGothic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/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MS PGothic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MS PGothic" panose="020B0600070205080204" pitchFamily="34" charset="-128"/>
              </a:rPr>
              <a:t>and fun </a:t>
            </a:r>
            <a:r>
              <a:rPr lang="en-US" altLang="en-US" sz="3200" dirty="0">
                <a:ea typeface="MS PGothic" panose="020B0600070205080204" pitchFamily="34" charset="-128"/>
              </a:rPr>
              <a:t>to follow</a:t>
            </a:r>
            <a:r>
              <a:rPr lang="en-US" altLang="en-US" sz="3200" i="1" dirty="0">
                <a:ea typeface="MS PGothic" panose="020B0600070205080204" pitchFamily="34" charset="-128"/>
              </a:rPr>
              <a:t>!</a:t>
            </a:r>
            <a:endParaRPr lang="en-US" altLang="en-US" sz="3200" dirty="0">
              <a:ea typeface="MS PGothic" panose="020B0600070205080204" pitchFamily="34" charset="-128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MS PGothic" panose="020B0600070205080204" pitchFamily="34" charset="-128"/>
              </a:rPr>
              <a:t>Additional slides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85</a:t>
            </a:fld>
            <a:endParaRPr lang="en-US" dirty="0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ISO/OSI reference </a:t>
            </a:r>
            <a:r>
              <a:rPr lang="en-US" altLang="en-US" dirty="0">
                <a:ea typeface="MS PGothic" panose="020B0600070205080204" pitchFamily="34" charset="-128"/>
              </a:rPr>
              <a:t>m</a:t>
            </a:r>
            <a:r>
              <a:rPr lang="en-US" altLang="en-US" sz="4400" dirty="0">
                <a:ea typeface="MS PGothic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86</a:t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MS PGothic" panose="020B0600070205080204" pitchFamily="34" charset="-128"/>
              </a:rPr>
              <a:t>Two layers not found in  Internet protocol stack!</a:t>
            </a: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synchronization, checkpointing, recovery of data exchange</a:t>
            </a:r>
          </a:p>
          <a:p>
            <a:pPr marL="287655" indent="-287655"/>
            <a:r>
              <a:rPr lang="en-US" altLang="en-US" dirty="0">
                <a:ea typeface="MS PGothic" panose="020B0600070205080204" pitchFamily="34" charset="-128"/>
              </a:rPr>
              <a:t>Internet stack “</a:t>
            </a:r>
            <a:r>
              <a:rPr lang="en-US" altLang="ja-JP" dirty="0">
                <a:ea typeface="MS PGothic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MS PGothic" panose="020B0600070205080204" pitchFamily="34" charset="-128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87</a:t>
            </a:fld>
            <a:endParaRPr lang="en-US" dirty="0"/>
          </a:p>
        </p:txBody>
      </p:sp>
      <p:grpSp>
        <p:nvGrpSpPr>
          <p:cNvPr id="9" name="Group 8"/>
          <p:cNvGrpSpPr/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/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-1" fmla="*/ 26187 w 458265"/>
                <a:gd name="connsiteY0-2" fmla="*/ 4203185 h 4216279"/>
                <a:gd name="connsiteX1-3" fmla="*/ 445171 w 458265"/>
                <a:gd name="connsiteY1-4" fmla="*/ 3430637 h 4216279"/>
                <a:gd name="connsiteX2-5" fmla="*/ 458265 w 458265"/>
                <a:gd name="connsiteY2-6" fmla="*/ 0 h 4216279"/>
                <a:gd name="connsiteX3-7" fmla="*/ 0 w 458265"/>
                <a:gd name="connsiteY3-8" fmla="*/ 4216279 h 4216279"/>
                <a:gd name="connsiteX0-9" fmla="*/ 0 w 432078"/>
                <a:gd name="connsiteY0-10" fmla="*/ 4203185 h 4203185"/>
                <a:gd name="connsiteX1-11" fmla="*/ 418984 w 432078"/>
                <a:gd name="connsiteY1-12" fmla="*/ 3430637 h 4203185"/>
                <a:gd name="connsiteX2-13" fmla="*/ 432078 w 432078"/>
                <a:gd name="connsiteY2-14" fmla="*/ 0 h 4203185"/>
                <a:gd name="connsiteX3-15" fmla="*/ 13093 w 432078"/>
                <a:gd name="connsiteY3-16" fmla="*/ 4203185 h 4203185"/>
                <a:gd name="connsiteX0-17" fmla="*/ 0 w 432078"/>
                <a:gd name="connsiteY0-18" fmla="*/ 4203185 h 4203185"/>
                <a:gd name="connsiteX1-19" fmla="*/ 418984 w 432078"/>
                <a:gd name="connsiteY1-20" fmla="*/ 3430637 h 4203185"/>
                <a:gd name="connsiteX2-21" fmla="*/ 432078 w 432078"/>
                <a:gd name="connsiteY2-22" fmla="*/ 0 h 4203185"/>
                <a:gd name="connsiteX3-23" fmla="*/ 13093 w 432078"/>
                <a:gd name="connsiteY3-24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pic>
        <p:nvPicPr>
          <p:cNvPr id="12" name="Picture 12" descr="segment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/>
          <p:cNvGrpSpPr/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/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/>
            <p:cNvGrpSpPr/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/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8" name="TextBox 26"/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/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/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/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/>
            <p:cNvGrpSpPr/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6" name="TextBox 34"/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/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/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/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/>
          <p:cNvGrpSpPr/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/>
            <p:cNvGrpSpPr/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/>
              <p:cNvGrpSpPr/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/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5" name="TextBox 14"/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/>
              <p:cNvGrpSpPr/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/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3" name="TextBox 16"/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/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/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/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/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/>
          <p:cNvGrpSpPr/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/>
        <p:txBody>
          <a:bodyPr/>
          <a:lstStyle/>
          <a:p>
            <a:pPr>
              <a:defRPr/>
            </a:pP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437436"/>
            <a:ext cx="12192000" cy="542031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0" y="26292"/>
            <a:ext cx="9143999" cy="1806856"/>
          </a:xfrm>
        </p:spPr>
        <p:txBody>
          <a:bodyPr>
            <a:normAutofit fontScale="90000"/>
          </a:bodyPr>
          <a:lstStyle/>
          <a:p>
            <a:pPr algn="ctr"/>
            <a:r>
              <a:rPr lang="en-US" sz="13800" dirty="0">
                <a:latin typeface="Arial Black" panose="020B0A04020102020204" pitchFamily="34" charset="0"/>
              </a:rPr>
              <a:t>Thanks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7390</Words>
  <Application>Microsoft Office PowerPoint</Application>
  <PresentationFormat>Widescreen</PresentationFormat>
  <Paragraphs>2400</Paragraphs>
  <Slides>88</Slides>
  <Notes>84</Notes>
  <HiddenSlides>0</HiddenSlides>
  <MMClips>0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88</vt:i4>
      </vt:variant>
    </vt:vector>
  </HeadingPairs>
  <TitlesOfParts>
    <vt:vector size="105" baseType="lpstr">
      <vt:lpstr>MS PGothic</vt:lpstr>
      <vt:lpstr>Andalus</vt:lpstr>
      <vt:lpstr>Arial</vt:lpstr>
      <vt:lpstr>Arial Black</vt:lpstr>
      <vt:lpstr>Berlin Sans FB Demi</vt:lpstr>
      <vt:lpstr>Calibri</vt:lpstr>
      <vt:lpstr>Comic Sans MS</vt:lpstr>
      <vt:lpstr>Edwardian Script ITC</vt:lpstr>
      <vt:lpstr>Gill Sans MT</vt:lpstr>
      <vt:lpstr>Helvetica</vt:lpstr>
      <vt:lpstr>Monotype Sorts</vt:lpstr>
      <vt:lpstr>Tahoma</vt:lpstr>
      <vt:lpstr>Times New Roman</vt:lpstr>
      <vt:lpstr>Wingdings</vt:lpstr>
      <vt:lpstr>ZapfDingbats</vt:lpstr>
      <vt:lpstr>Office Theme</vt:lpstr>
      <vt:lpstr>Clip</vt:lpstr>
      <vt:lpstr>      Engr. Dr. Muhammad Nadeem Majeed</vt:lpstr>
      <vt:lpstr>PowerPoint Presentation</vt:lpstr>
      <vt:lpstr>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Services, Layering and Encapsulation</vt:lpstr>
      <vt:lpstr>Encapsulation: an end-end view</vt:lpstr>
      <vt:lpstr>Roadmap</vt:lpstr>
      <vt:lpstr>Internet history</vt:lpstr>
      <vt:lpstr>Internet history</vt:lpstr>
      <vt:lpstr>Internet history</vt:lpstr>
      <vt:lpstr>Internet history</vt:lpstr>
      <vt:lpstr>Internet history</vt:lpstr>
      <vt:lpstr>Summary</vt:lpstr>
      <vt:lpstr>Additional slides</vt:lpstr>
      <vt:lpstr>ISO/OSI reference model</vt:lpstr>
      <vt:lpstr>Wireshark</vt:lpstr>
      <vt:lpstr>Thanks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Dr. Muhammad Nadeem Majeed</cp:lastModifiedBy>
  <cp:revision>185</cp:revision>
  <dcterms:created xsi:type="dcterms:W3CDTF">2020-01-18T07:24:00Z</dcterms:created>
  <dcterms:modified xsi:type="dcterms:W3CDTF">2026-01-30T04:44:09Z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98EBF8366CA34ACB998534D1DE278D5E</vt:lpwstr>
  </property>
  <property fmtid="{D5CDD505-2E9C-101B-9397-08002B2CF9AE}" pid="3" name="KSOProductBuildVer">
    <vt:lpwstr>1033-11.2.0.11341</vt:lpwstr>
  </property>
</Properties>
</file>